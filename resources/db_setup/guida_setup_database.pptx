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42A6-D2A1-107D-7AA9-C523D6807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C0D76-74FB-5ABB-5E87-BAF58BB89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84074-99DB-0B4A-3C57-6FDC28202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DBD2B-B6D7-4AA2-58B9-CC57BD2A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8B71C-0674-6F13-F28E-A495AD0A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5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B12E-EF64-8E92-DEE8-F8B335F7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C78D5-B4D9-E4A5-929E-BF0C56179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0BE22-565B-4A0D-20B9-4F00C496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FC14E-C00F-C396-7EB4-4CF69628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BDFF2-E389-768A-2473-3E452F9B2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4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E6D42-3659-B6E0-F78D-399C0479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4D335-DFC7-F766-50BB-DEAA145D1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F4694-106B-4791-8AFF-2A7A01786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1740E-E822-0D21-1B82-4F4E3C2C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EB254-C463-6FEE-AFF6-87E7B3F7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9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C1980-8182-4980-176B-2416DC5D3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83C88-A724-49BB-0B11-EDA60D7F5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08196-B229-233B-DA6B-432B5AFF9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B4C35-2ACB-393E-F3E1-E9774D0B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A9F34-5FF3-A3FC-2047-090AFD759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A51B6-1502-691B-9825-5ACC8598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32330-6BC1-1EA1-17C3-1E54DDAF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B3CD1-23B6-B62B-6A8A-243013C30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BCBBF-490E-FF8E-0B70-CA04B09B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7B0B2-2E15-501F-601C-3D7D02963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516058-FD23-4616-7B05-8A2F8D90F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9727CF-F7EE-BA66-B2A9-E72C112D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446211-9286-70E1-1F76-9D667C213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9AE3F6-5376-E401-4904-C95D39FA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7393-5DDF-CED8-3E43-6DA48DDF9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34CC7B-461A-F021-5321-14F5CF04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430A6-022D-622C-5CD0-1289637B0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BAFDA-27D0-0960-2F6A-1BC533C6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26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BBB1BF-1913-474A-4C22-3882071F4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3A9EB-F3A2-DBB7-9788-F48F8FA4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D5464-9AA5-51DC-30F2-1AE5033C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60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273A-D44A-5A46-77EF-8E488142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2E12-DE94-683C-C95E-82BFAAEDC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0DE8A-5A00-328E-E4E9-88FF451B0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59BB1-68A6-1467-77E4-08B734711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102F5-FCE2-FCDE-346A-83D58A9A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15440-26CD-ED40-7F10-0EE77173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15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80BE9-0D79-8254-DEA5-3C4668A6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5E8BC-51B3-50BC-1E8E-C85AFFDF6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DB910-45AD-79D8-1D47-AE9699154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99FDF-2A68-C2B3-9691-8EA2D96C5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B3186-D50F-48F7-BC7B-78088DF0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56E99-88C6-7777-73CC-C4F278BF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0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C22F-E2F1-7ACC-19CD-EAE97D3C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02195-83D9-2A40-16BB-693F5CF4B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6C5BB-DA5A-CC59-36DA-0FBB7203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47798-D72F-C031-59BE-51D4ED3E6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C4A24-78B2-3723-C02E-D3504D7B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0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9D96E-1078-F0E9-7A79-9E8798A12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B0D01-3565-5F85-7522-144956813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4D59C-4400-8292-38AE-89921925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C3031-299B-DBCD-2F2C-86047840E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766D2-7796-699A-B251-BEAFA7E6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6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080BFA-E712-AC54-6876-803A024B9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F741F-59E4-60A5-C512-54FCF85D7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722DD-643F-CA7F-D3B2-4BC338AF2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8D4E5-BE76-4588-9E7D-A7B808FD65C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6FE69-B9E4-91B3-C75D-CACB5F583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10195-FCC3-381C-B3D0-4DA6C98D0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8F8BD-8364-41FC-96BD-45405C153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4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80852-D373-B8FB-83A2-FD98240ED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81D0C21-07CD-E658-E8B4-1416F36110F5}"/>
              </a:ext>
            </a:extLst>
          </p:cNvPr>
          <p:cNvSpPr txBox="1"/>
          <p:nvPr/>
        </p:nvSpPr>
        <p:spPr>
          <a:xfrm>
            <a:off x="3032760" y="251460"/>
            <a:ext cx="6126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/>
              <a:t>DBeaver</a:t>
            </a:r>
            <a:endParaRPr lang="it-IT" sz="2400" b="1" dirty="0"/>
          </a:p>
          <a:p>
            <a:pPr algn="ctr"/>
            <a:r>
              <a:rPr lang="it-IT" dirty="0"/>
              <a:t>Aprire la finestra per la connessione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37F0C2-4500-9683-4D79-5D438DA54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490773"/>
            <a:ext cx="8877300" cy="46176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1412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A0548-FADD-D485-225A-E0097F7AE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46A6AFE-9F1C-693E-5B91-73B3895DA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79" y="1490773"/>
            <a:ext cx="8803859" cy="46176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513822-AFA8-7BD2-E6B5-BF0563696D84}"/>
              </a:ext>
            </a:extLst>
          </p:cNvPr>
          <p:cNvSpPr txBox="1"/>
          <p:nvPr/>
        </p:nvSpPr>
        <p:spPr>
          <a:xfrm>
            <a:off x="3032760" y="251460"/>
            <a:ext cx="6126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/>
              <a:t>DBeaver</a:t>
            </a:r>
            <a:endParaRPr lang="it-IT" sz="2400" b="1" dirty="0"/>
          </a:p>
          <a:p>
            <a:pPr algn="ctr"/>
            <a:r>
              <a:rPr lang="it-IT" dirty="0"/>
              <a:t>Usare l’URL e testare la connessione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43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Acquaroli</dc:creator>
  <cp:lastModifiedBy>Leonardo Acquaroli</cp:lastModifiedBy>
  <cp:revision>1</cp:revision>
  <dcterms:created xsi:type="dcterms:W3CDTF">2026-02-23T19:33:02Z</dcterms:created>
  <dcterms:modified xsi:type="dcterms:W3CDTF">2026-02-23T19:43:09Z</dcterms:modified>
</cp:coreProperties>
</file>