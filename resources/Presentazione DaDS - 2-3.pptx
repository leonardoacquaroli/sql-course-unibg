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61" r:id="rId4"/>
  </p:sldMasterIdLst>
  <p:notesMasterIdLst>
    <p:notesMasterId r:id="rId7"/>
  </p:notesMasterIdLst>
  <p:handoutMasterIdLst>
    <p:handoutMasterId r:id="rId8"/>
  </p:handoutMasterIdLst>
  <p:sldIdLst>
    <p:sldId id="2147483482" r:id="rId5"/>
    <p:sldId id="214748349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CCE42B4-909D-45CA-9AF2-0C063A1FC6F9}">
          <p14:sldIdLst>
            <p14:sldId id="2147483482"/>
            <p14:sldId id="214748349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D50"/>
    <a:srgbClr val="313F5C"/>
    <a:srgbClr val="E7E7E7"/>
    <a:srgbClr val="92D050"/>
    <a:srgbClr val="FFFFC9"/>
    <a:srgbClr val="000000"/>
    <a:srgbClr val="D9D9D9"/>
    <a:srgbClr val="BFBFBF"/>
    <a:srgbClr val="1A4A5D"/>
    <a:srgbClr val="00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Stile medio 2 - Color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Stile medio 2 - Color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Stile medio 3 - Color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Stile medio 3 - Color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Stile medio 4 - Color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559" y="-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ACQUAROLI" userId="a80cb075-f048-4c83-a260-341791b4fcba" providerId="ADAL" clId="{7DBE19DB-C8F5-4FA9-8E17-911213411F8F}"/>
    <pc:docChg chg="undo custSel addSld delSld modSection">
      <pc:chgData name="LEONARDO ACQUAROLI" userId="a80cb075-f048-4c83-a260-341791b4fcba" providerId="ADAL" clId="{7DBE19DB-C8F5-4FA9-8E17-911213411F8F}" dt="2026-02-19T16:08:33.628" v="8" actId="47"/>
      <pc:docMkLst>
        <pc:docMk/>
      </pc:docMkLst>
      <pc:sldChg chg="del">
        <pc:chgData name="LEONARDO ACQUAROLI" userId="a80cb075-f048-4c83-a260-341791b4fcba" providerId="ADAL" clId="{7DBE19DB-C8F5-4FA9-8E17-911213411F8F}" dt="2026-02-19T16:08:15.342" v="0" actId="47"/>
        <pc:sldMkLst>
          <pc:docMk/>
          <pc:sldMk cId="466764575" sldId="2147472461"/>
        </pc:sldMkLst>
      </pc:sldChg>
      <pc:sldChg chg="add del">
        <pc:chgData name="LEONARDO ACQUAROLI" userId="a80cb075-f048-4c83-a260-341791b4fcba" providerId="ADAL" clId="{7DBE19DB-C8F5-4FA9-8E17-911213411F8F}" dt="2026-02-19T16:08:33.015" v="7" actId="47"/>
        <pc:sldMkLst>
          <pc:docMk/>
          <pc:sldMk cId="3245429017" sldId="2147483467"/>
        </pc:sldMkLst>
      </pc:sldChg>
      <pc:sldChg chg="del">
        <pc:chgData name="LEONARDO ACQUAROLI" userId="a80cb075-f048-4c83-a260-341791b4fcba" providerId="ADAL" clId="{7DBE19DB-C8F5-4FA9-8E17-911213411F8F}" dt="2026-02-19T16:08:17.495" v="2" actId="47"/>
        <pc:sldMkLst>
          <pc:docMk/>
          <pc:sldMk cId="2726795360" sldId="2147483469"/>
        </pc:sldMkLst>
      </pc:sldChg>
      <pc:sldChg chg="del">
        <pc:chgData name="LEONARDO ACQUAROLI" userId="a80cb075-f048-4c83-a260-341791b4fcba" providerId="ADAL" clId="{7DBE19DB-C8F5-4FA9-8E17-911213411F8F}" dt="2026-02-19T16:08:16.715" v="1" actId="47"/>
        <pc:sldMkLst>
          <pc:docMk/>
          <pc:sldMk cId="1103597320" sldId="2147483491"/>
        </pc:sldMkLst>
      </pc:sldChg>
      <pc:sldChg chg="add del">
        <pc:chgData name="LEONARDO ACQUAROLI" userId="a80cb075-f048-4c83-a260-341791b4fcba" providerId="ADAL" clId="{7DBE19DB-C8F5-4FA9-8E17-911213411F8F}" dt="2026-02-19T16:08:33.628" v="8" actId="47"/>
        <pc:sldMkLst>
          <pc:docMk/>
          <pc:sldMk cId="2988143499" sldId="2147483492"/>
        </pc:sldMkLst>
      </pc:sldChg>
      <pc:sldMasterChg chg="addSldLayout delSldLayout">
        <pc:chgData name="LEONARDO ACQUAROLI" userId="a80cb075-f048-4c83-a260-341791b4fcba" providerId="ADAL" clId="{7DBE19DB-C8F5-4FA9-8E17-911213411F8F}" dt="2026-02-19T16:08:33.628" v="8" actId="47"/>
        <pc:sldMasterMkLst>
          <pc:docMk/>
          <pc:sldMasterMk cId="1877652514" sldId="2147483761"/>
        </pc:sldMasterMkLst>
        <pc:sldLayoutChg chg="add del">
          <pc:chgData name="LEONARDO ACQUAROLI" userId="a80cb075-f048-4c83-a260-341791b4fcba" providerId="ADAL" clId="{7DBE19DB-C8F5-4FA9-8E17-911213411F8F}" dt="2026-02-19T16:08:33.628" v="8" actId="47"/>
          <pc:sldLayoutMkLst>
            <pc:docMk/>
            <pc:sldMasterMk cId="1877652514" sldId="2147483761"/>
            <pc:sldLayoutMk cId="4291488709" sldId="214748379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ntestazione 1">
            <a:extLst>
              <a:ext uri="{FF2B5EF4-FFF2-40B4-BE49-F238E27FC236}">
                <a16:creationId xmlns:a16="http://schemas.microsoft.com/office/drawing/2014/main" id="{C41AA9ED-4D1E-D64E-9979-976A7B9A36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71054" y="0"/>
            <a:ext cx="4059381" cy="48491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sz="800">
              <a:latin typeface="Century Gothic" panose="020B0502020202020204" pitchFamily="34" charset="0"/>
            </a:endParaRPr>
          </a:p>
        </p:txBody>
      </p:sp>
      <p:sp>
        <p:nvSpPr>
          <p:cNvPr id="9" name="Segnaposto data 2">
            <a:extLst>
              <a:ext uri="{FF2B5EF4-FFF2-40B4-BE49-F238E27FC236}">
                <a16:creationId xmlns:a16="http://schemas.microsoft.com/office/drawing/2014/main" id="{DCDC4E4E-2A74-C542-821A-1D4238D23F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890655" y="-1"/>
            <a:ext cx="1496289" cy="4987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F1A2B-F5D8-6B45-9647-BA6C01838598}" type="datetime4">
              <a:rPr lang="it-IT" sz="800" smtClean="0">
                <a:latin typeface="Century Gothic" panose="020B0502020202020204" pitchFamily="34" charset="0"/>
              </a:rPr>
              <a:t>19 febbraio 2026</a:t>
            </a:fld>
            <a:endParaRPr lang="it-IT" sz="800">
              <a:latin typeface="Century Gothic" panose="020B0502020202020204" pitchFamily="34" charset="0"/>
            </a:endParaRPr>
          </a:p>
        </p:txBody>
      </p:sp>
      <p:sp>
        <p:nvSpPr>
          <p:cNvPr id="10" name="Segnaposto piè di pagina 3">
            <a:extLst>
              <a:ext uri="{FF2B5EF4-FFF2-40B4-BE49-F238E27FC236}">
                <a16:creationId xmlns:a16="http://schemas.microsoft.com/office/drawing/2014/main" id="{84745372-9D60-8F4F-9441-D9734C134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84909" y="8672945"/>
            <a:ext cx="4765964" cy="47105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sz="800">
              <a:latin typeface="Century Gothic" panose="020B0502020202020204" pitchFamily="34" charset="0"/>
            </a:endParaRPr>
          </a:p>
        </p:txBody>
      </p:sp>
      <p:sp>
        <p:nvSpPr>
          <p:cNvPr id="11" name="Segnaposto numero diapositiva 4">
            <a:extLst>
              <a:ext uri="{FF2B5EF4-FFF2-40B4-BE49-F238E27FC236}">
                <a16:creationId xmlns:a16="http://schemas.microsoft.com/office/drawing/2014/main" id="{487F6A5B-B800-A441-9C13-36AC667BE3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35782" y="8645236"/>
            <a:ext cx="651163" cy="4987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F95A3-506F-684E-BE91-DFB7A67D6FF0}" type="slidenum">
              <a:rPr lang="it-IT" sz="800" smtClean="0">
                <a:latin typeface="Century Gothic" panose="020B0502020202020204" pitchFamily="34" charset="0"/>
              </a:rPr>
              <a:t>‹N›</a:t>
            </a:fld>
            <a:endParaRPr lang="it-IT" sz="80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92279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1" name="Segnaposto intestazione 1">
            <a:extLst>
              <a:ext uri="{FF2B5EF4-FFF2-40B4-BE49-F238E27FC236}">
                <a16:creationId xmlns:a16="http://schemas.microsoft.com/office/drawing/2014/main" id="{0B28E306-BB46-8B4F-BD34-FF67CBBE7F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685800" y="0"/>
            <a:ext cx="4030579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latin typeface="Century Gothic" panose="020B0502020202020204" pitchFamily="34" charset="0"/>
              </a:defRPr>
            </a:lvl1pPr>
          </a:lstStyle>
          <a:p>
            <a:endParaRPr lang="it-IT"/>
          </a:p>
        </p:txBody>
      </p:sp>
      <p:sp>
        <p:nvSpPr>
          <p:cNvPr id="12" name="Segnaposto data 2">
            <a:extLst>
              <a:ext uri="{FF2B5EF4-FFF2-40B4-BE49-F238E27FC236}">
                <a16:creationId xmlns:a16="http://schemas.microsoft.com/office/drawing/2014/main" id="{4E318AF2-23F8-D045-AA46-107C56EB421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872790" y="0"/>
            <a:ext cx="129941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latin typeface="Century Gothic" panose="020B0502020202020204" pitchFamily="34" charset="0"/>
              </a:defRPr>
            </a:lvl1pPr>
          </a:lstStyle>
          <a:p>
            <a:fld id="{4FAA747C-AC90-F747-9383-A640E0458282}" type="datetime4">
              <a:rPr lang="it-IT" smtClean="0"/>
              <a:pPr/>
              <a:t>19 febbraio 2026</a:t>
            </a:fld>
            <a:endParaRPr lang="it-IT"/>
          </a:p>
        </p:txBody>
      </p:sp>
      <p:sp>
        <p:nvSpPr>
          <p:cNvPr id="13" name="Segnaposto piè di pagina 5">
            <a:extLst>
              <a:ext uri="{FF2B5EF4-FFF2-40B4-BE49-F238E27FC236}">
                <a16:creationId xmlns:a16="http://schemas.microsoft.com/office/drawing/2014/main" id="{07A5FCD8-5ABE-2B4A-A3D2-527528DCE56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685800" y="8685213"/>
            <a:ext cx="1852863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latin typeface="Century Gothic" panose="020B0502020202020204" pitchFamily="34" charset="0"/>
              </a:defRPr>
            </a:lvl1pPr>
          </a:lstStyle>
          <a:p>
            <a:endParaRPr lang="it-IT"/>
          </a:p>
        </p:txBody>
      </p:sp>
      <p:sp>
        <p:nvSpPr>
          <p:cNvPr id="14" name="Segnaposto numero diapositiva 6">
            <a:extLst>
              <a:ext uri="{FF2B5EF4-FFF2-40B4-BE49-F238E27FC236}">
                <a16:creationId xmlns:a16="http://schemas.microsoft.com/office/drawing/2014/main" id="{759D1FBB-9E56-4B4E-B297-01E16D360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269832" y="8685213"/>
            <a:ext cx="90236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Century Gothic" panose="020B0502020202020204" pitchFamily="34" charset="0"/>
              </a:defRPr>
            </a:lvl1pPr>
          </a:lstStyle>
          <a:p>
            <a:fld id="{6FA1006E-9C1E-6441-819E-CA30EE4333A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664644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171450" indent="-171450" algn="l" defTabSz="685800" rtl="0" eaLnBrk="1" latinLnBrk="0" hangingPunct="1">
      <a:lnSpc>
        <a:spcPct val="130000"/>
      </a:lnSpc>
      <a:spcAft>
        <a:spcPts val="300"/>
      </a:spcAft>
      <a:buClr>
        <a:srgbClr val="007C66"/>
      </a:buClr>
      <a:buSzPct val="150000"/>
      <a:buFont typeface="Arial" panose="020B0604020202020204" pitchFamily="34" charset="0"/>
      <a:buChar char="•"/>
      <a:defRPr sz="9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514350" indent="-171450" algn="l" defTabSz="685800" rtl="0" eaLnBrk="1" latinLnBrk="0" hangingPunct="1">
      <a:lnSpc>
        <a:spcPct val="130000"/>
      </a:lnSpc>
      <a:spcAft>
        <a:spcPts val="300"/>
      </a:spcAft>
      <a:buClr>
        <a:srgbClr val="007C66"/>
      </a:buClr>
      <a:buSzPct val="100000"/>
      <a:buFont typeface="Wingdings" pitchFamily="2" charset="2"/>
      <a:buChar char="§"/>
      <a:defRPr sz="9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857250" indent="-171450" algn="l" defTabSz="685800" rtl="0" eaLnBrk="1" latinLnBrk="0" hangingPunct="1">
      <a:lnSpc>
        <a:spcPct val="130000"/>
      </a:lnSpc>
      <a:spcAft>
        <a:spcPts val="300"/>
      </a:spcAft>
      <a:buClr>
        <a:srgbClr val="007C66"/>
      </a:buClr>
      <a:buSzPct val="100000"/>
      <a:buFont typeface="Arial" panose="020B0604020202020204" pitchFamily="34" charset="0"/>
      <a:buChar char="•"/>
      <a:defRPr sz="9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200150" indent="-171450" algn="l" defTabSz="685800" rtl="0" eaLnBrk="1" latinLnBrk="0" hangingPunct="1">
      <a:lnSpc>
        <a:spcPct val="130000"/>
      </a:lnSpc>
      <a:spcAft>
        <a:spcPts val="300"/>
      </a:spcAft>
      <a:buClr>
        <a:srgbClr val="007C66"/>
      </a:buClr>
      <a:buSzPct val="100000"/>
      <a:buFont typeface="Arial" panose="020B0604020202020204" pitchFamily="34" charset="0"/>
      <a:buChar char="•"/>
      <a:defRPr sz="9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543050" indent="-171450" algn="l" defTabSz="685800" rtl="0" eaLnBrk="1" latinLnBrk="0" hangingPunct="1">
      <a:lnSpc>
        <a:spcPct val="130000"/>
      </a:lnSpc>
      <a:spcAft>
        <a:spcPts val="300"/>
      </a:spcAft>
      <a:buClr>
        <a:srgbClr val="007C66"/>
      </a:buClr>
      <a:buSzPct val="100000"/>
      <a:buFont typeface="Arial" panose="020B0604020202020204" pitchFamily="34" charset="0"/>
      <a:buChar char="•"/>
      <a:defRPr sz="9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7493D8-3E59-4089-93F2-20EADE79A630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46946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493D8-3E59-4089-93F2-20EADE79A630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2629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titolo_Cerchio picc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94FA94CE-8092-C64B-BD8A-E68B929431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BC45D0E3-20D7-D34B-B1F6-35B57D3C2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00" y="1548000"/>
            <a:ext cx="4579952" cy="113762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ts val="3000"/>
              </a:lnSpc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5A30751-DD0E-9241-8963-5C6DFE5EF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000" y="2878684"/>
            <a:ext cx="4579952" cy="81408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30000"/>
              </a:lnSpc>
              <a:buNone/>
              <a:defRPr sz="12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6" descr="B_BPM_CMYK">
            <a:extLst>
              <a:ext uri="{FF2B5EF4-FFF2-40B4-BE49-F238E27FC236}">
                <a16:creationId xmlns:a16="http://schemas.microsoft.com/office/drawing/2014/main" id="{8BFD3FC9-F592-DA4B-96EA-8E392D8E6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2000" y="360000"/>
            <a:ext cx="2719388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Immagine 4">
            <a:extLst>
              <a:ext uri="{FF2B5EF4-FFF2-40B4-BE49-F238E27FC236}">
                <a16:creationId xmlns:a16="http://schemas.microsoft.com/office/drawing/2014/main" id="{C4D1F047-0813-4062-80C4-EEB4F80EEA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Picture 6" descr="B_BPM_CMYK">
            <a:extLst>
              <a:ext uri="{FF2B5EF4-FFF2-40B4-BE49-F238E27FC236}">
                <a16:creationId xmlns:a16="http://schemas.microsoft.com/office/drawing/2014/main" id="{6289A812-3AF5-680D-2A7E-4057203F91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612000" y="360000"/>
            <a:ext cx="2719388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54173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contenuto punti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0000" y="1440000"/>
            <a:ext cx="8422850" cy="28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it-IT" dirty="0"/>
            </a:lvl1pPr>
            <a:lvl2pPr>
              <a:defRPr lang="it-IT" dirty="0"/>
            </a:lvl2pPr>
            <a:lvl3pPr>
              <a:defRPr lang="it-IT" dirty="0"/>
            </a:lvl3pPr>
            <a:lvl4pPr>
              <a:defRPr lang="it-IT" dirty="0"/>
            </a:lvl4pPr>
            <a:lvl5pPr>
              <a:defRPr lang="it-IT" dirty="0"/>
            </a:lvl5pPr>
          </a:lstStyle>
          <a:p>
            <a:pPr lvl="0">
              <a:buSzPct val="150000"/>
            </a:pPr>
            <a:r>
              <a:rPr lang="en-US"/>
              <a:t>Click to edit Master text styles</a:t>
            </a:r>
          </a:p>
          <a:p>
            <a:pPr lvl="1">
              <a:buSzPct val="150000"/>
            </a:pPr>
            <a:r>
              <a:rPr lang="en-US"/>
              <a:t>Second level</a:t>
            </a:r>
          </a:p>
          <a:p>
            <a:pPr lvl="2">
              <a:buSzPct val="150000"/>
            </a:pPr>
            <a:r>
              <a:rPr lang="en-US"/>
              <a:t>Third level</a:t>
            </a:r>
          </a:p>
          <a:p>
            <a:pPr lvl="3">
              <a:buSzPct val="150000"/>
            </a:pPr>
            <a:r>
              <a:rPr lang="en-US"/>
              <a:t>Fourth level</a:t>
            </a:r>
          </a:p>
          <a:p>
            <a:pPr lvl="4">
              <a:buSzPct val="150000"/>
            </a:pPr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7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D8325-0E85-C748-B5DE-B67DCB899361}" type="slidenum">
              <a:rPr lang="it-IT" smtClean="0"/>
              <a:t>‹N›</a:t>
            </a:fld>
            <a:endParaRPr lang="it-IT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8C1E48B-A33F-CD42-9ED0-387B76F69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8424000" cy="345394"/>
          </a:xfrm>
          <a:prstGeom prst="rect">
            <a:avLst/>
          </a:prstGeom>
        </p:spPr>
        <p:txBody>
          <a:bodyPr/>
          <a:lstStyle>
            <a:lvl1pPr>
              <a:lnSpc>
                <a:spcPct val="130000"/>
              </a:lnSpc>
              <a:defRPr sz="1800">
                <a:solidFill>
                  <a:srgbClr val="202D5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8B44021-9ECE-D34A-A032-DCD909E6C9E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60000" y="716400"/>
            <a:ext cx="8424000" cy="396000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ct val="130000"/>
              </a:lnSpc>
              <a:spcAft>
                <a:spcPts val="300"/>
              </a:spcAft>
              <a:buSzPct val="150000"/>
              <a:buFontTx/>
              <a:buNone/>
              <a:defRPr sz="13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lnSpc>
                <a:spcPct val="130000"/>
              </a:lnSpc>
              <a:spcAft>
                <a:spcPts val="300"/>
              </a:spcAft>
              <a:buFontTx/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685800" indent="0">
              <a:lnSpc>
                <a:spcPct val="130000"/>
              </a:lnSpc>
              <a:spcAft>
                <a:spcPts val="300"/>
              </a:spcAft>
              <a:buFontTx/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028700" indent="0">
              <a:lnSpc>
                <a:spcPct val="130000"/>
              </a:lnSpc>
              <a:spcAft>
                <a:spcPts val="300"/>
              </a:spcAft>
              <a:buFontTx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371600" indent="0">
              <a:lnSpc>
                <a:spcPct val="130000"/>
              </a:lnSpc>
              <a:spcAft>
                <a:spcPts val="300"/>
              </a:spcAft>
              <a:buFontTx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>
              <a:lnSpc>
                <a:spcPts val="1740"/>
              </a:lnSpc>
              <a:spcAft>
                <a:spcPts val="600"/>
              </a:spcAft>
              <a:buSzPct val="150000"/>
            </a:pPr>
            <a:r>
              <a:rPr lang="it-IT"/>
              <a:t>Fare clic per modificare lo stile del sottotitolo</a:t>
            </a:r>
          </a:p>
        </p:txBody>
      </p:sp>
    </p:spTree>
    <p:extLst>
      <p:ext uri="{BB962C8B-B14F-4D97-AF65-F5344CB8AC3E}">
        <p14:creationId xmlns:p14="http://schemas.microsoft.com/office/powerpoint/2010/main" val="1304696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tore 01"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01EB6F-8DD6-7549-926B-5759BE95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5195556" cy="2022050"/>
          </a:xfrm>
          <a:prstGeom prst="rect">
            <a:avLst/>
          </a:prstGeom>
        </p:spPr>
        <p:txBody>
          <a:bodyPr/>
          <a:lstStyle>
            <a:lvl1pPr algn="l">
              <a:lnSpc>
                <a:spcPts val="508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99" y="2712464"/>
            <a:ext cx="5192903" cy="213385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  <a:lvl2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2pPr>
            <a:lvl3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4pPr>
            <a:lvl5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127B8DC-F073-2D41-B6B4-71B8C9BB3C69}"/>
              </a:ext>
            </a:extLst>
          </p:cNvPr>
          <p:cNvCxnSpPr>
            <a:cxnSpLocks/>
          </p:cNvCxnSpPr>
          <p:nvPr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538B22F-ED72-724F-9903-373044FDCE7C}"/>
              </a:ext>
            </a:extLst>
          </p:cNvPr>
          <p:cNvSpPr txBox="1"/>
          <p:nvPr/>
        </p:nvSpPr>
        <p:spPr>
          <a:xfrm>
            <a:off x="6657018" y="1665200"/>
            <a:ext cx="1604357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600" b="1">
                <a:solidFill>
                  <a:schemeClr val="bg1"/>
                </a:solidFill>
              </a:rPr>
              <a:t>01</a:t>
            </a:r>
          </a:p>
        </p:txBody>
      </p:sp>
      <p:pic>
        <p:nvPicPr>
          <p:cNvPr id="4" name="Immagine 4">
            <a:extLst>
              <a:ext uri="{FF2B5EF4-FFF2-40B4-BE49-F238E27FC236}">
                <a16:creationId xmlns:a16="http://schemas.microsoft.com/office/drawing/2014/main" id="{6CA99901-83F9-5C7D-16C5-D950EFD9CB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cxnSp>
        <p:nvCxnSpPr>
          <p:cNvPr id="6" name="Connettore 1 9">
            <a:extLst>
              <a:ext uri="{FF2B5EF4-FFF2-40B4-BE49-F238E27FC236}">
                <a16:creationId xmlns:a16="http://schemas.microsoft.com/office/drawing/2014/main" id="{5E3CB0A7-4C9D-18FE-ABEE-8459C22009C4}"/>
              </a:ext>
            </a:extLst>
          </p:cNvPr>
          <p:cNvCxnSpPr>
            <a:cxnSpLocks/>
          </p:cNvCxnSpPr>
          <p:nvPr userDrawn="1"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6">
            <a:extLst>
              <a:ext uri="{FF2B5EF4-FFF2-40B4-BE49-F238E27FC236}">
                <a16:creationId xmlns:a16="http://schemas.microsoft.com/office/drawing/2014/main" id="{1B1ECF6A-F245-92D5-432E-12C60CAA39BB}"/>
              </a:ext>
            </a:extLst>
          </p:cNvPr>
          <p:cNvSpPr txBox="1"/>
          <p:nvPr userDrawn="1"/>
        </p:nvSpPr>
        <p:spPr>
          <a:xfrm>
            <a:off x="6657018" y="1665200"/>
            <a:ext cx="1604357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600" b="1">
                <a:solidFill>
                  <a:schemeClr val="bg1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09889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tore 02"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01EB6F-8DD6-7549-926B-5759BE95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5187872" cy="2022050"/>
          </a:xfrm>
          <a:prstGeom prst="rect">
            <a:avLst/>
          </a:prstGeom>
        </p:spPr>
        <p:txBody>
          <a:bodyPr/>
          <a:lstStyle>
            <a:lvl1pPr algn="l">
              <a:lnSpc>
                <a:spcPts val="508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99" y="2712464"/>
            <a:ext cx="5192903" cy="213385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  <a:lvl2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2pPr>
            <a:lvl3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4pPr>
            <a:lvl5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127B8DC-F073-2D41-B6B4-71B8C9BB3C69}"/>
              </a:ext>
            </a:extLst>
          </p:cNvPr>
          <p:cNvCxnSpPr>
            <a:cxnSpLocks/>
          </p:cNvCxnSpPr>
          <p:nvPr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393BB13-3F3F-F84D-9944-D95F88192C70}"/>
              </a:ext>
            </a:extLst>
          </p:cNvPr>
          <p:cNvSpPr txBox="1"/>
          <p:nvPr/>
        </p:nvSpPr>
        <p:spPr>
          <a:xfrm>
            <a:off x="6657018" y="1665200"/>
            <a:ext cx="1604357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600" b="1">
                <a:solidFill>
                  <a:schemeClr val="bg1"/>
                </a:solidFill>
              </a:rPr>
              <a:t>02</a:t>
            </a:r>
          </a:p>
        </p:txBody>
      </p:sp>
      <p:pic>
        <p:nvPicPr>
          <p:cNvPr id="4" name="Immagine 4">
            <a:extLst>
              <a:ext uri="{FF2B5EF4-FFF2-40B4-BE49-F238E27FC236}">
                <a16:creationId xmlns:a16="http://schemas.microsoft.com/office/drawing/2014/main" id="{D99D0B85-3E83-DD89-783C-B8797A98CB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cxnSp>
        <p:nvCxnSpPr>
          <p:cNvPr id="6" name="Connettore 1 9">
            <a:extLst>
              <a:ext uri="{FF2B5EF4-FFF2-40B4-BE49-F238E27FC236}">
                <a16:creationId xmlns:a16="http://schemas.microsoft.com/office/drawing/2014/main" id="{73656428-259E-43F7-4A4A-991F1FEC52E9}"/>
              </a:ext>
            </a:extLst>
          </p:cNvPr>
          <p:cNvCxnSpPr>
            <a:cxnSpLocks/>
          </p:cNvCxnSpPr>
          <p:nvPr userDrawn="1"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6">
            <a:extLst>
              <a:ext uri="{FF2B5EF4-FFF2-40B4-BE49-F238E27FC236}">
                <a16:creationId xmlns:a16="http://schemas.microsoft.com/office/drawing/2014/main" id="{79A86D1C-25D5-F81B-625C-3754E47B01FD}"/>
              </a:ext>
            </a:extLst>
          </p:cNvPr>
          <p:cNvSpPr txBox="1"/>
          <p:nvPr userDrawn="1"/>
        </p:nvSpPr>
        <p:spPr>
          <a:xfrm>
            <a:off x="6657018" y="1665200"/>
            <a:ext cx="1604357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600" b="1">
                <a:solidFill>
                  <a:schemeClr val="bg1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53473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tore 03"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01EB6F-8DD6-7549-926B-5759BE95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5195556" cy="2022050"/>
          </a:xfrm>
          <a:prstGeom prst="rect">
            <a:avLst/>
          </a:prstGeom>
        </p:spPr>
        <p:txBody>
          <a:bodyPr/>
          <a:lstStyle>
            <a:lvl1pPr algn="l">
              <a:lnSpc>
                <a:spcPts val="508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99" y="2712464"/>
            <a:ext cx="5192903" cy="213385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  <a:lvl2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2pPr>
            <a:lvl3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4pPr>
            <a:lvl5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127B8DC-F073-2D41-B6B4-71B8C9BB3C69}"/>
              </a:ext>
            </a:extLst>
          </p:cNvPr>
          <p:cNvCxnSpPr>
            <a:cxnSpLocks/>
          </p:cNvCxnSpPr>
          <p:nvPr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50D09A0-484E-9742-A06F-4A797824FD94}"/>
              </a:ext>
            </a:extLst>
          </p:cNvPr>
          <p:cNvSpPr txBox="1"/>
          <p:nvPr/>
        </p:nvSpPr>
        <p:spPr>
          <a:xfrm>
            <a:off x="6657018" y="1665200"/>
            <a:ext cx="1604357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600" b="1">
                <a:solidFill>
                  <a:schemeClr val="bg1"/>
                </a:solidFill>
              </a:rPr>
              <a:t>03</a:t>
            </a:r>
          </a:p>
        </p:txBody>
      </p:sp>
      <p:pic>
        <p:nvPicPr>
          <p:cNvPr id="4" name="Immagine 4">
            <a:extLst>
              <a:ext uri="{FF2B5EF4-FFF2-40B4-BE49-F238E27FC236}">
                <a16:creationId xmlns:a16="http://schemas.microsoft.com/office/drawing/2014/main" id="{8F44D243-1064-C6A0-8AF5-07E44A804C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cxnSp>
        <p:nvCxnSpPr>
          <p:cNvPr id="6" name="Connettore 1 9">
            <a:extLst>
              <a:ext uri="{FF2B5EF4-FFF2-40B4-BE49-F238E27FC236}">
                <a16:creationId xmlns:a16="http://schemas.microsoft.com/office/drawing/2014/main" id="{8B225958-9918-EFA3-3BD1-A8B11FD9F5C9}"/>
              </a:ext>
            </a:extLst>
          </p:cNvPr>
          <p:cNvCxnSpPr>
            <a:cxnSpLocks/>
          </p:cNvCxnSpPr>
          <p:nvPr userDrawn="1"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6">
            <a:extLst>
              <a:ext uri="{FF2B5EF4-FFF2-40B4-BE49-F238E27FC236}">
                <a16:creationId xmlns:a16="http://schemas.microsoft.com/office/drawing/2014/main" id="{D60A56F8-1B38-2D54-3B5F-406E69F0C4BF}"/>
              </a:ext>
            </a:extLst>
          </p:cNvPr>
          <p:cNvSpPr txBox="1"/>
          <p:nvPr userDrawn="1"/>
        </p:nvSpPr>
        <p:spPr>
          <a:xfrm>
            <a:off x="6657018" y="1665200"/>
            <a:ext cx="1604357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600" b="1">
                <a:solidFill>
                  <a:schemeClr val="bg1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575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tore 04"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01EB6F-8DD6-7549-926B-5759BE95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5203240" cy="2022050"/>
          </a:xfrm>
          <a:prstGeom prst="rect">
            <a:avLst/>
          </a:prstGeom>
        </p:spPr>
        <p:txBody>
          <a:bodyPr/>
          <a:lstStyle>
            <a:lvl1pPr algn="l">
              <a:lnSpc>
                <a:spcPts val="508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99" y="2712464"/>
            <a:ext cx="5192903" cy="213385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  <a:lvl2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2pPr>
            <a:lvl3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4pPr>
            <a:lvl5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127B8DC-F073-2D41-B6B4-71B8C9BB3C69}"/>
              </a:ext>
            </a:extLst>
          </p:cNvPr>
          <p:cNvCxnSpPr>
            <a:cxnSpLocks/>
          </p:cNvCxnSpPr>
          <p:nvPr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71D9197-9088-6C48-A566-0302A1139134}"/>
              </a:ext>
            </a:extLst>
          </p:cNvPr>
          <p:cNvSpPr txBox="1"/>
          <p:nvPr/>
        </p:nvSpPr>
        <p:spPr>
          <a:xfrm>
            <a:off x="6657018" y="1665200"/>
            <a:ext cx="1604357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600" b="1">
                <a:solidFill>
                  <a:schemeClr val="bg1"/>
                </a:solidFill>
              </a:rPr>
              <a:t>04</a:t>
            </a:r>
          </a:p>
        </p:txBody>
      </p:sp>
      <p:pic>
        <p:nvPicPr>
          <p:cNvPr id="4" name="Immagine 4">
            <a:extLst>
              <a:ext uri="{FF2B5EF4-FFF2-40B4-BE49-F238E27FC236}">
                <a16:creationId xmlns:a16="http://schemas.microsoft.com/office/drawing/2014/main" id="{85494377-B0F5-A159-A247-BAA57F84CD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cxnSp>
        <p:nvCxnSpPr>
          <p:cNvPr id="6" name="Connettore 1 9">
            <a:extLst>
              <a:ext uri="{FF2B5EF4-FFF2-40B4-BE49-F238E27FC236}">
                <a16:creationId xmlns:a16="http://schemas.microsoft.com/office/drawing/2014/main" id="{31CACB78-2CF7-5EC6-B465-503DF5D837D0}"/>
              </a:ext>
            </a:extLst>
          </p:cNvPr>
          <p:cNvCxnSpPr>
            <a:cxnSpLocks/>
          </p:cNvCxnSpPr>
          <p:nvPr userDrawn="1"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6">
            <a:extLst>
              <a:ext uri="{FF2B5EF4-FFF2-40B4-BE49-F238E27FC236}">
                <a16:creationId xmlns:a16="http://schemas.microsoft.com/office/drawing/2014/main" id="{B7443C3A-A4B2-CED6-91B6-880F2755E4CC}"/>
              </a:ext>
            </a:extLst>
          </p:cNvPr>
          <p:cNvSpPr txBox="1"/>
          <p:nvPr userDrawn="1"/>
        </p:nvSpPr>
        <p:spPr>
          <a:xfrm>
            <a:off x="6657018" y="1665200"/>
            <a:ext cx="1604357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600" b="1">
                <a:solidFill>
                  <a:schemeClr val="bg1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3965012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tore 05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01EB6F-8DD6-7549-926B-5759BE95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5203240" cy="2022050"/>
          </a:xfrm>
          <a:prstGeom prst="rect">
            <a:avLst/>
          </a:prstGeom>
        </p:spPr>
        <p:txBody>
          <a:bodyPr/>
          <a:lstStyle>
            <a:lvl1pPr algn="l">
              <a:lnSpc>
                <a:spcPts val="508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99" y="2712464"/>
            <a:ext cx="5192903" cy="213385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  <a:lvl2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2pPr>
            <a:lvl3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4pPr>
            <a:lvl5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127B8DC-F073-2D41-B6B4-71B8C9BB3C69}"/>
              </a:ext>
            </a:extLst>
          </p:cNvPr>
          <p:cNvCxnSpPr>
            <a:cxnSpLocks/>
          </p:cNvCxnSpPr>
          <p:nvPr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859711B-DD07-1941-B785-3B54DEE5F4A1}"/>
              </a:ext>
            </a:extLst>
          </p:cNvPr>
          <p:cNvSpPr txBox="1"/>
          <p:nvPr/>
        </p:nvSpPr>
        <p:spPr>
          <a:xfrm>
            <a:off x="6657018" y="1665200"/>
            <a:ext cx="1604357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6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" name="Immagine 4">
            <a:extLst>
              <a:ext uri="{FF2B5EF4-FFF2-40B4-BE49-F238E27FC236}">
                <a16:creationId xmlns:a16="http://schemas.microsoft.com/office/drawing/2014/main" id="{13AF96D4-6F25-0FB1-6777-BB07F715AA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cxnSp>
        <p:nvCxnSpPr>
          <p:cNvPr id="6" name="Connettore 1 9">
            <a:extLst>
              <a:ext uri="{FF2B5EF4-FFF2-40B4-BE49-F238E27FC236}">
                <a16:creationId xmlns:a16="http://schemas.microsoft.com/office/drawing/2014/main" id="{CF7FE1FC-38B4-6065-C418-A163F8DDE08A}"/>
              </a:ext>
            </a:extLst>
          </p:cNvPr>
          <p:cNvCxnSpPr>
            <a:cxnSpLocks/>
          </p:cNvCxnSpPr>
          <p:nvPr userDrawn="1"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6">
            <a:extLst>
              <a:ext uri="{FF2B5EF4-FFF2-40B4-BE49-F238E27FC236}">
                <a16:creationId xmlns:a16="http://schemas.microsoft.com/office/drawing/2014/main" id="{9EAEC9B4-7CFC-6897-4C4B-60A6A321C3D6}"/>
              </a:ext>
            </a:extLst>
          </p:cNvPr>
          <p:cNvSpPr txBox="1"/>
          <p:nvPr userDrawn="1"/>
        </p:nvSpPr>
        <p:spPr>
          <a:xfrm>
            <a:off x="6657018" y="1665200"/>
            <a:ext cx="1604357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600" b="1">
                <a:solidFill>
                  <a:schemeClr val="bg1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961884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tore 06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01EB6F-8DD6-7549-926B-5759BE95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5203240" cy="2022050"/>
          </a:xfrm>
          <a:prstGeom prst="rect">
            <a:avLst/>
          </a:prstGeom>
        </p:spPr>
        <p:txBody>
          <a:bodyPr/>
          <a:lstStyle>
            <a:lvl1pPr algn="l">
              <a:lnSpc>
                <a:spcPts val="508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99" y="2712464"/>
            <a:ext cx="5192903" cy="213385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  <a:lvl2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2pPr>
            <a:lvl3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4pPr>
            <a:lvl5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127B8DC-F073-2D41-B6B4-71B8C9BB3C69}"/>
              </a:ext>
            </a:extLst>
          </p:cNvPr>
          <p:cNvCxnSpPr>
            <a:cxnSpLocks/>
          </p:cNvCxnSpPr>
          <p:nvPr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D201612-DEC2-A444-93A6-FEAF23EC2E44}"/>
              </a:ext>
            </a:extLst>
          </p:cNvPr>
          <p:cNvSpPr txBox="1"/>
          <p:nvPr/>
        </p:nvSpPr>
        <p:spPr>
          <a:xfrm>
            <a:off x="6657018" y="1665200"/>
            <a:ext cx="1604357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600" b="1">
                <a:solidFill>
                  <a:schemeClr val="bg1"/>
                </a:solidFill>
              </a:rPr>
              <a:t>06</a:t>
            </a:r>
          </a:p>
        </p:txBody>
      </p:sp>
      <p:pic>
        <p:nvPicPr>
          <p:cNvPr id="4" name="Immagine 4">
            <a:extLst>
              <a:ext uri="{FF2B5EF4-FFF2-40B4-BE49-F238E27FC236}">
                <a16:creationId xmlns:a16="http://schemas.microsoft.com/office/drawing/2014/main" id="{75263476-74DA-76F7-8C9F-1A7CDCB3D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cxnSp>
        <p:nvCxnSpPr>
          <p:cNvPr id="6" name="Connettore 1 9">
            <a:extLst>
              <a:ext uri="{FF2B5EF4-FFF2-40B4-BE49-F238E27FC236}">
                <a16:creationId xmlns:a16="http://schemas.microsoft.com/office/drawing/2014/main" id="{03B1C235-7119-60DC-5F2B-57C8F50B5A81}"/>
              </a:ext>
            </a:extLst>
          </p:cNvPr>
          <p:cNvCxnSpPr>
            <a:cxnSpLocks/>
          </p:cNvCxnSpPr>
          <p:nvPr userDrawn="1"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6">
            <a:extLst>
              <a:ext uri="{FF2B5EF4-FFF2-40B4-BE49-F238E27FC236}">
                <a16:creationId xmlns:a16="http://schemas.microsoft.com/office/drawing/2014/main" id="{FA440CA3-5152-A8A5-45D9-E85DD2E40BDB}"/>
              </a:ext>
            </a:extLst>
          </p:cNvPr>
          <p:cNvSpPr txBox="1"/>
          <p:nvPr userDrawn="1"/>
        </p:nvSpPr>
        <p:spPr>
          <a:xfrm>
            <a:off x="6657018" y="1665200"/>
            <a:ext cx="1604357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600" b="1">
                <a:solidFill>
                  <a:schemeClr val="bg1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828902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tore 07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01EB6F-8DD6-7549-926B-5759BE95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5172504" cy="2022050"/>
          </a:xfrm>
          <a:prstGeom prst="rect">
            <a:avLst/>
          </a:prstGeom>
        </p:spPr>
        <p:txBody>
          <a:bodyPr/>
          <a:lstStyle>
            <a:lvl1pPr algn="l">
              <a:lnSpc>
                <a:spcPts val="508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99" y="2712464"/>
            <a:ext cx="5192903" cy="213385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  <a:lvl2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2pPr>
            <a:lvl3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4pPr>
            <a:lvl5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127B8DC-F073-2D41-B6B4-71B8C9BB3C69}"/>
              </a:ext>
            </a:extLst>
          </p:cNvPr>
          <p:cNvCxnSpPr>
            <a:cxnSpLocks/>
          </p:cNvCxnSpPr>
          <p:nvPr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F31A94B-772A-E74E-B694-799950018C0C}"/>
              </a:ext>
            </a:extLst>
          </p:cNvPr>
          <p:cNvSpPr txBox="1"/>
          <p:nvPr/>
        </p:nvSpPr>
        <p:spPr>
          <a:xfrm>
            <a:off x="6657018" y="1665200"/>
            <a:ext cx="1604357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600" b="1">
                <a:solidFill>
                  <a:schemeClr val="bg1"/>
                </a:solidFill>
              </a:rPr>
              <a:t>07</a:t>
            </a:r>
          </a:p>
        </p:txBody>
      </p:sp>
      <p:pic>
        <p:nvPicPr>
          <p:cNvPr id="4" name="Immagine 4">
            <a:extLst>
              <a:ext uri="{FF2B5EF4-FFF2-40B4-BE49-F238E27FC236}">
                <a16:creationId xmlns:a16="http://schemas.microsoft.com/office/drawing/2014/main" id="{8C9C6478-F4E1-2821-C179-C4E45011AD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cxnSp>
        <p:nvCxnSpPr>
          <p:cNvPr id="6" name="Connettore 1 9">
            <a:extLst>
              <a:ext uri="{FF2B5EF4-FFF2-40B4-BE49-F238E27FC236}">
                <a16:creationId xmlns:a16="http://schemas.microsoft.com/office/drawing/2014/main" id="{AB884DB6-8AFC-03F1-E809-A16CBEB75712}"/>
              </a:ext>
            </a:extLst>
          </p:cNvPr>
          <p:cNvCxnSpPr>
            <a:cxnSpLocks/>
          </p:cNvCxnSpPr>
          <p:nvPr userDrawn="1"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6">
            <a:extLst>
              <a:ext uri="{FF2B5EF4-FFF2-40B4-BE49-F238E27FC236}">
                <a16:creationId xmlns:a16="http://schemas.microsoft.com/office/drawing/2014/main" id="{1636AD4F-5D86-478A-C0E4-A6F8DF39C873}"/>
              </a:ext>
            </a:extLst>
          </p:cNvPr>
          <p:cNvSpPr txBox="1"/>
          <p:nvPr userDrawn="1"/>
        </p:nvSpPr>
        <p:spPr>
          <a:xfrm>
            <a:off x="6657018" y="1665200"/>
            <a:ext cx="1604357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600" b="1">
                <a:solidFill>
                  <a:schemeClr val="bg1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543194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tore 08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01EB6F-8DD6-7549-926B-5759BE95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89" y="12700"/>
            <a:ext cx="9121422" cy="513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5195556" cy="2022050"/>
          </a:xfrm>
          <a:prstGeom prst="rect">
            <a:avLst/>
          </a:prstGeom>
        </p:spPr>
        <p:txBody>
          <a:bodyPr/>
          <a:lstStyle>
            <a:lvl1pPr algn="l">
              <a:lnSpc>
                <a:spcPts val="508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99" y="2712464"/>
            <a:ext cx="5192903" cy="213385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  <a:lvl2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2pPr>
            <a:lvl3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4pPr>
            <a:lvl5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127B8DC-F073-2D41-B6B4-71B8C9BB3C69}"/>
              </a:ext>
            </a:extLst>
          </p:cNvPr>
          <p:cNvCxnSpPr>
            <a:cxnSpLocks/>
          </p:cNvCxnSpPr>
          <p:nvPr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46EB0DE4-04E1-C54F-B30C-84F38BB9E288}"/>
              </a:ext>
            </a:extLst>
          </p:cNvPr>
          <p:cNvSpPr txBox="1"/>
          <p:nvPr/>
        </p:nvSpPr>
        <p:spPr>
          <a:xfrm>
            <a:off x="6657018" y="1665200"/>
            <a:ext cx="1604357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600" b="1">
                <a:solidFill>
                  <a:schemeClr val="bg1"/>
                </a:solidFill>
              </a:rPr>
              <a:t>08</a:t>
            </a:r>
          </a:p>
        </p:txBody>
      </p:sp>
      <p:pic>
        <p:nvPicPr>
          <p:cNvPr id="4" name="Immagine 4">
            <a:extLst>
              <a:ext uri="{FF2B5EF4-FFF2-40B4-BE49-F238E27FC236}">
                <a16:creationId xmlns:a16="http://schemas.microsoft.com/office/drawing/2014/main" id="{CC3E2F61-15BB-0A30-C356-28ABFC331E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89" y="12700"/>
            <a:ext cx="9121422" cy="5130800"/>
          </a:xfrm>
          <a:prstGeom prst="rect">
            <a:avLst/>
          </a:prstGeom>
        </p:spPr>
      </p:pic>
      <p:cxnSp>
        <p:nvCxnSpPr>
          <p:cNvPr id="6" name="Connettore 1 9">
            <a:extLst>
              <a:ext uri="{FF2B5EF4-FFF2-40B4-BE49-F238E27FC236}">
                <a16:creationId xmlns:a16="http://schemas.microsoft.com/office/drawing/2014/main" id="{E4B8C97B-74F1-065A-280D-7F8731FB0851}"/>
              </a:ext>
            </a:extLst>
          </p:cNvPr>
          <p:cNvCxnSpPr>
            <a:cxnSpLocks/>
          </p:cNvCxnSpPr>
          <p:nvPr userDrawn="1"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sellaDiTesto 6">
            <a:extLst>
              <a:ext uri="{FF2B5EF4-FFF2-40B4-BE49-F238E27FC236}">
                <a16:creationId xmlns:a16="http://schemas.microsoft.com/office/drawing/2014/main" id="{C9D78E57-5929-F6F8-CED4-E2D4D408C3FC}"/>
              </a:ext>
            </a:extLst>
          </p:cNvPr>
          <p:cNvSpPr txBox="1"/>
          <p:nvPr userDrawn="1"/>
        </p:nvSpPr>
        <p:spPr>
          <a:xfrm>
            <a:off x="6657018" y="1665200"/>
            <a:ext cx="1604357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9600" b="1">
                <a:solidFill>
                  <a:schemeClr val="bg1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90610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tore - Blu BANCO BPM">
    <p:bg>
      <p:bgPr>
        <a:solidFill>
          <a:srgbClr val="202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01EB6F-8DD6-7549-926B-5759BE95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5187872" cy="2022050"/>
          </a:xfrm>
          <a:prstGeom prst="rect">
            <a:avLst/>
          </a:prstGeom>
        </p:spPr>
        <p:txBody>
          <a:bodyPr/>
          <a:lstStyle>
            <a:lvl1pPr algn="l">
              <a:lnSpc>
                <a:spcPts val="508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99" y="2712464"/>
            <a:ext cx="5192903" cy="213385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  <a:lvl2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2pPr>
            <a:lvl3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4pPr>
            <a:lvl5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127B8DC-F073-2D41-B6B4-71B8C9BB3C69}"/>
              </a:ext>
            </a:extLst>
          </p:cNvPr>
          <p:cNvCxnSpPr>
            <a:cxnSpLocks/>
          </p:cNvCxnSpPr>
          <p:nvPr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4">
            <a:extLst>
              <a:ext uri="{FF2B5EF4-FFF2-40B4-BE49-F238E27FC236}">
                <a16:creationId xmlns:a16="http://schemas.microsoft.com/office/drawing/2014/main" id="{A0A96BE2-3BD8-F5DE-2DA7-A65942612DA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cxnSp>
        <p:nvCxnSpPr>
          <p:cNvPr id="6" name="Connettore 1 9">
            <a:extLst>
              <a:ext uri="{FF2B5EF4-FFF2-40B4-BE49-F238E27FC236}">
                <a16:creationId xmlns:a16="http://schemas.microsoft.com/office/drawing/2014/main" id="{55F81C72-60F4-639D-98A0-1F4EB429C96E}"/>
              </a:ext>
            </a:extLst>
          </p:cNvPr>
          <p:cNvCxnSpPr>
            <a:cxnSpLocks/>
          </p:cNvCxnSpPr>
          <p:nvPr userDrawn="1"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07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tore - VERDE BANCO BPM">
    <p:bg>
      <p:bgPr>
        <a:solidFill>
          <a:srgbClr val="007C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01EB6F-8DD6-7549-926B-5759BE95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5187872" cy="2022050"/>
          </a:xfrm>
          <a:prstGeom prst="rect">
            <a:avLst/>
          </a:prstGeom>
        </p:spPr>
        <p:txBody>
          <a:bodyPr/>
          <a:lstStyle>
            <a:lvl1pPr algn="l">
              <a:lnSpc>
                <a:spcPts val="508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99" y="2712464"/>
            <a:ext cx="5192903" cy="213385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  <a:lvl2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2pPr>
            <a:lvl3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4pPr>
            <a:lvl5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127B8DC-F073-2D41-B6B4-71B8C9BB3C69}"/>
              </a:ext>
            </a:extLst>
          </p:cNvPr>
          <p:cNvCxnSpPr>
            <a:cxnSpLocks/>
          </p:cNvCxnSpPr>
          <p:nvPr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4">
            <a:extLst>
              <a:ext uri="{FF2B5EF4-FFF2-40B4-BE49-F238E27FC236}">
                <a16:creationId xmlns:a16="http://schemas.microsoft.com/office/drawing/2014/main" id="{65090015-69F4-4762-0FD5-5A0B817A10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cxnSp>
        <p:nvCxnSpPr>
          <p:cNvPr id="6" name="Connettore 1 9">
            <a:extLst>
              <a:ext uri="{FF2B5EF4-FFF2-40B4-BE49-F238E27FC236}">
                <a16:creationId xmlns:a16="http://schemas.microsoft.com/office/drawing/2014/main" id="{8A683E28-351C-0436-741F-BD983F9C9D0D}"/>
              </a:ext>
            </a:extLst>
          </p:cNvPr>
          <p:cNvCxnSpPr>
            <a:cxnSpLocks/>
          </p:cNvCxnSpPr>
          <p:nvPr userDrawn="1"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1332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Separatore">
    <p:bg>
      <p:bgPr>
        <a:solidFill>
          <a:schemeClr val="accent6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01EB6F-8DD6-7549-926B-5759BE95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5195556" cy="2022050"/>
          </a:xfrm>
          <a:prstGeom prst="rect">
            <a:avLst/>
          </a:prstGeom>
        </p:spPr>
        <p:txBody>
          <a:bodyPr/>
          <a:lstStyle>
            <a:lvl1pPr algn="l">
              <a:lnSpc>
                <a:spcPts val="508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99" y="2712464"/>
            <a:ext cx="5192903" cy="213385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  <a:lvl2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2pPr>
            <a:lvl3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4pPr>
            <a:lvl5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127B8DC-F073-2D41-B6B4-71B8C9BB3C69}"/>
              </a:ext>
            </a:extLst>
          </p:cNvPr>
          <p:cNvCxnSpPr>
            <a:cxnSpLocks/>
          </p:cNvCxnSpPr>
          <p:nvPr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4">
            <a:extLst>
              <a:ext uri="{FF2B5EF4-FFF2-40B4-BE49-F238E27FC236}">
                <a16:creationId xmlns:a16="http://schemas.microsoft.com/office/drawing/2014/main" id="{2BA5E5BF-D4BE-7326-7C65-A5B9FEF89E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cxnSp>
        <p:nvCxnSpPr>
          <p:cNvPr id="6" name="Connettore 1 9">
            <a:extLst>
              <a:ext uri="{FF2B5EF4-FFF2-40B4-BE49-F238E27FC236}">
                <a16:creationId xmlns:a16="http://schemas.microsoft.com/office/drawing/2014/main" id="{0CED3EDF-3971-763B-0CE0-464421827EF5}"/>
              </a:ext>
            </a:extLst>
          </p:cNvPr>
          <p:cNvCxnSpPr>
            <a:cxnSpLocks/>
          </p:cNvCxnSpPr>
          <p:nvPr userDrawn="1"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994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Separatore">
    <p:bg>
      <p:bgPr>
        <a:solidFill>
          <a:schemeClr val="accent5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01EB6F-8DD6-7549-926B-5759BE95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5195556" cy="2022050"/>
          </a:xfrm>
          <a:prstGeom prst="rect">
            <a:avLst/>
          </a:prstGeom>
        </p:spPr>
        <p:txBody>
          <a:bodyPr/>
          <a:lstStyle>
            <a:lvl1pPr algn="l">
              <a:lnSpc>
                <a:spcPts val="508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99" y="2712464"/>
            <a:ext cx="5192903" cy="213385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  <a:lvl2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2pPr>
            <a:lvl3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4pPr>
            <a:lvl5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127B8DC-F073-2D41-B6B4-71B8C9BB3C69}"/>
              </a:ext>
            </a:extLst>
          </p:cNvPr>
          <p:cNvCxnSpPr>
            <a:cxnSpLocks/>
          </p:cNvCxnSpPr>
          <p:nvPr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4">
            <a:extLst>
              <a:ext uri="{FF2B5EF4-FFF2-40B4-BE49-F238E27FC236}">
                <a16:creationId xmlns:a16="http://schemas.microsoft.com/office/drawing/2014/main" id="{61818A77-20E1-336C-F0AD-68CC6992B4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cxnSp>
        <p:nvCxnSpPr>
          <p:cNvPr id="6" name="Connettore 1 9">
            <a:extLst>
              <a:ext uri="{FF2B5EF4-FFF2-40B4-BE49-F238E27FC236}">
                <a16:creationId xmlns:a16="http://schemas.microsoft.com/office/drawing/2014/main" id="{93429FCC-0037-5C2E-F8A1-41AA03BF4A19}"/>
              </a:ext>
            </a:extLst>
          </p:cNvPr>
          <p:cNvCxnSpPr>
            <a:cxnSpLocks/>
          </p:cNvCxnSpPr>
          <p:nvPr userDrawn="1"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6372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paratore"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01EB6F-8DD6-7549-926B-5759BE95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5203240" cy="2022050"/>
          </a:xfrm>
          <a:prstGeom prst="rect">
            <a:avLst/>
          </a:prstGeom>
        </p:spPr>
        <p:txBody>
          <a:bodyPr/>
          <a:lstStyle>
            <a:lvl1pPr algn="l">
              <a:lnSpc>
                <a:spcPts val="508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99" y="2712464"/>
            <a:ext cx="5192903" cy="213385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  <a:lvl2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2pPr>
            <a:lvl3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4pPr>
            <a:lvl5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127B8DC-F073-2D41-B6B4-71B8C9BB3C69}"/>
              </a:ext>
            </a:extLst>
          </p:cNvPr>
          <p:cNvCxnSpPr>
            <a:cxnSpLocks/>
          </p:cNvCxnSpPr>
          <p:nvPr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4">
            <a:extLst>
              <a:ext uri="{FF2B5EF4-FFF2-40B4-BE49-F238E27FC236}">
                <a16:creationId xmlns:a16="http://schemas.microsoft.com/office/drawing/2014/main" id="{4B691201-00EB-6B0E-F86B-7FC72626EF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cxnSp>
        <p:nvCxnSpPr>
          <p:cNvPr id="6" name="Connettore 1 9">
            <a:extLst>
              <a:ext uri="{FF2B5EF4-FFF2-40B4-BE49-F238E27FC236}">
                <a16:creationId xmlns:a16="http://schemas.microsoft.com/office/drawing/2014/main" id="{68F8F4A5-87FA-7010-76C8-BAAA60AC2A9A}"/>
              </a:ext>
            </a:extLst>
          </p:cNvPr>
          <p:cNvCxnSpPr>
            <a:cxnSpLocks/>
          </p:cNvCxnSpPr>
          <p:nvPr userDrawn="1"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7326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Separatore"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01EB6F-8DD6-7549-926B-5759BE95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5195556" cy="2022050"/>
          </a:xfrm>
          <a:prstGeom prst="rect">
            <a:avLst/>
          </a:prstGeom>
        </p:spPr>
        <p:txBody>
          <a:bodyPr/>
          <a:lstStyle>
            <a:lvl1pPr algn="l">
              <a:lnSpc>
                <a:spcPts val="508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99" y="2712464"/>
            <a:ext cx="5192903" cy="213385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  <a:lvl2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2pPr>
            <a:lvl3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4pPr>
            <a:lvl5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127B8DC-F073-2D41-B6B4-71B8C9BB3C69}"/>
              </a:ext>
            </a:extLst>
          </p:cNvPr>
          <p:cNvCxnSpPr>
            <a:cxnSpLocks/>
          </p:cNvCxnSpPr>
          <p:nvPr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4">
            <a:extLst>
              <a:ext uri="{FF2B5EF4-FFF2-40B4-BE49-F238E27FC236}">
                <a16:creationId xmlns:a16="http://schemas.microsoft.com/office/drawing/2014/main" id="{50BA47BC-9A30-B0E7-5CD3-914D6B7BD9B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cxnSp>
        <p:nvCxnSpPr>
          <p:cNvPr id="6" name="Connettore 1 9">
            <a:extLst>
              <a:ext uri="{FF2B5EF4-FFF2-40B4-BE49-F238E27FC236}">
                <a16:creationId xmlns:a16="http://schemas.microsoft.com/office/drawing/2014/main" id="{A2909535-874C-5380-9EBD-A6A688D10A97}"/>
              </a:ext>
            </a:extLst>
          </p:cNvPr>
          <p:cNvCxnSpPr>
            <a:cxnSpLocks/>
          </p:cNvCxnSpPr>
          <p:nvPr userDrawn="1"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324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Separatore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01EB6F-8DD6-7549-926B-5759BE95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5203240" cy="2022050"/>
          </a:xfrm>
          <a:prstGeom prst="rect">
            <a:avLst/>
          </a:prstGeom>
        </p:spPr>
        <p:txBody>
          <a:bodyPr/>
          <a:lstStyle>
            <a:lvl1pPr algn="l">
              <a:lnSpc>
                <a:spcPts val="508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99" y="2712464"/>
            <a:ext cx="5192903" cy="213385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  <a:lvl2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2pPr>
            <a:lvl3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4pPr>
            <a:lvl5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127B8DC-F073-2D41-B6B4-71B8C9BB3C69}"/>
              </a:ext>
            </a:extLst>
          </p:cNvPr>
          <p:cNvCxnSpPr>
            <a:cxnSpLocks/>
          </p:cNvCxnSpPr>
          <p:nvPr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4">
            <a:extLst>
              <a:ext uri="{FF2B5EF4-FFF2-40B4-BE49-F238E27FC236}">
                <a16:creationId xmlns:a16="http://schemas.microsoft.com/office/drawing/2014/main" id="{882DF6AD-7180-36AC-0043-69BF5C039C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cxnSp>
        <p:nvCxnSpPr>
          <p:cNvPr id="6" name="Connettore 1 9">
            <a:extLst>
              <a:ext uri="{FF2B5EF4-FFF2-40B4-BE49-F238E27FC236}">
                <a16:creationId xmlns:a16="http://schemas.microsoft.com/office/drawing/2014/main" id="{BB04A00A-4B32-2787-1CC4-8E62BDA9D476}"/>
              </a:ext>
            </a:extLst>
          </p:cNvPr>
          <p:cNvCxnSpPr>
            <a:cxnSpLocks/>
          </p:cNvCxnSpPr>
          <p:nvPr userDrawn="1"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616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Separatore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01EB6F-8DD6-7549-926B-5759BE95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5203240" cy="2022050"/>
          </a:xfrm>
          <a:prstGeom prst="rect">
            <a:avLst/>
          </a:prstGeom>
        </p:spPr>
        <p:txBody>
          <a:bodyPr/>
          <a:lstStyle>
            <a:lvl1pPr algn="l">
              <a:lnSpc>
                <a:spcPts val="508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99" y="2712464"/>
            <a:ext cx="5192903" cy="213385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  <a:lvl2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2pPr>
            <a:lvl3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4pPr>
            <a:lvl5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127B8DC-F073-2D41-B6B4-71B8C9BB3C69}"/>
              </a:ext>
            </a:extLst>
          </p:cNvPr>
          <p:cNvCxnSpPr>
            <a:cxnSpLocks/>
          </p:cNvCxnSpPr>
          <p:nvPr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4">
            <a:extLst>
              <a:ext uri="{FF2B5EF4-FFF2-40B4-BE49-F238E27FC236}">
                <a16:creationId xmlns:a16="http://schemas.microsoft.com/office/drawing/2014/main" id="{3C2729BA-72CF-F141-8DF6-BA869A6869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cxnSp>
        <p:nvCxnSpPr>
          <p:cNvPr id="6" name="Connettore 1 9">
            <a:extLst>
              <a:ext uri="{FF2B5EF4-FFF2-40B4-BE49-F238E27FC236}">
                <a16:creationId xmlns:a16="http://schemas.microsoft.com/office/drawing/2014/main" id="{BD0D4D4C-BA86-934F-7F3B-24DE35481A9D}"/>
              </a:ext>
            </a:extLst>
          </p:cNvPr>
          <p:cNvCxnSpPr>
            <a:cxnSpLocks/>
          </p:cNvCxnSpPr>
          <p:nvPr userDrawn="1"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6089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7_Separatore"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01EB6F-8DD6-7549-926B-5759BE95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5195556" cy="2022050"/>
          </a:xfrm>
          <a:prstGeom prst="rect">
            <a:avLst/>
          </a:prstGeom>
        </p:spPr>
        <p:txBody>
          <a:bodyPr/>
          <a:lstStyle>
            <a:lvl1pPr algn="l">
              <a:lnSpc>
                <a:spcPts val="508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99" y="2712464"/>
            <a:ext cx="5192903" cy="213385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  <a:lvl2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2pPr>
            <a:lvl3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4pPr>
            <a:lvl5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127B8DC-F073-2D41-B6B4-71B8C9BB3C69}"/>
              </a:ext>
            </a:extLst>
          </p:cNvPr>
          <p:cNvCxnSpPr>
            <a:cxnSpLocks/>
          </p:cNvCxnSpPr>
          <p:nvPr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4">
            <a:extLst>
              <a:ext uri="{FF2B5EF4-FFF2-40B4-BE49-F238E27FC236}">
                <a16:creationId xmlns:a16="http://schemas.microsoft.com/office/drawing/2014/main" id="{E63CBB45-E917-A72E-0497-F2CA26ED9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cxnSp>
        <p:nvCxnSpPr>
          <p:cNvPr id="6" name="Connettore 1 9">
            <a:extLst>
              <a:ext uri="{FF2B5EF4-FFF2-40B4-BE49-F238E27FC236}">
                <a16:creationId xmlns:a16="http://schemas.microsoft.com/office/drawing/2014/main" id="{3A72B697-DEF0-FA5B-3D35-4A1E391776E4}"/>
              </a:ext>
            </a:extLst>
          </p:cNvPr>
          <p:cNvCxnSpPr>
            <a:cxnSpLocks/>
          </p:cNvCxnSpPr>
          <p:nvPr userDrawn="1"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613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_Separatore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DC01EB6F-8DD6-7549-926B-5759BE95C3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5195556" cy="2022050"/>
          </a:xfrm>
          <a:prstGeom prst="rect">
            <a:avLst/>
          </a:prstGeom>
        </p:spPr>
        <p:txBody>
          <a:bodyPr/>
          <a:lstStyle>
            <a:lvl1pPr algn="l">
              <a:lnSpc>
                <a:spcPts val="508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999" y="2712464"/>
            <a:ext cx="5192903" cy="2133855"/>
          </a:xfrm>
          <a:prstGeom prst="rect">
            <a:avLst/>
          </a:prstGeom>
        </p:spPr>
        <p:txBody>
          <a:bodyPr/>
          <a:lstStyle>
            <a:lvl1pPr marL="171450" indent="-171450">
              <a:lnSpc>
                <a:spcPct val="130000"/>
              </a:lnSpc>
              <a:spcBef>
                <a:spcPts val="0"/>
              </a:spcBef>
              <a:spcAft>
                <a:spcPts val="300"/>
              </a:spcAft>
              <a:buClr>
                <a:schemeClr val="bg1"/>
              </a:buClr>
              <a:buSzPct val="150000"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  <a:lvl2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2pPr>
            <a:lvl3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3pPr>
            <a:lvl4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4pPr>
            <a:lvl5pPr marL="7938" indent="-7938">
              <a:lnSpc>
                <a:spcPts val="1740"/>
              </a:lnSpc>
              <a:spcAft>
                <a:spcPts val="600"/>
              </a:spcAft>
              <a:buFontTx/>
              <a:buNone/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127B8DC-F073-2D41-B6B4-71B8C9BB3C69}"/>
              </a:ext>
            </a:extLst>
          </p:cNvPr>
          <p:cNvCxnSpPr>
            <a:cxnSpLocks/>
          </p:cNvCxnSpPr>
          <p:nvPr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magine 4">
            <a:extLst>
              <a:ext uri="{FF2B5EF4-FFF2-40B4-BE49-F238E27FC236}">
                <a16:creationId xmlns:a16="http://schemas.microsoft.com/office/drawing/2014/main" id="{8DC13EB1-2816-790F-732E-5363465344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1289" y="6350"/>
            <a:ext cx="9121422" cy="5130800"/>
          </a:xfrm>
          <a:prstGeom prst="rect">
            <a:avLst/>
          </a:prstGeom>
        </p:spPr>
      </p:pic>
      <p:cxnSp>
        <p:nvCxnSpPr>
          <p:cNvPr id="6" name="Connettore 1 9">
            <a:extLst>
              <a:ext uri="{FF2B5EF4-FFF2-40B4-BE49-F238E27FC236}">
                <a16:creationId xmlns:a16="http://schemas.microsoft.com/office/drawing/2014/main" id="{FFDACB84-09AA-ECA5-54E9-5E495BF99CD0}"/>
              </a:ext>
            </a:extLst>
          </p:cNvPr>
          <p:cNvCxnSpPr>
            <a:cxnSpLocks/>
          </p:cNvCxnSpPr>
          <p:nvPr userDrawn="1"/>
        </p:nvCxnSpPr>
        <p:spPr>
          <a:xfrm>
            <a:off x="349133" y="2539363"/>
            <a:ext cx="5805778" cy="0"/>
          </a:xfrm>
          <a:prstGeom prst="line">
            <a:avLst/>
          </a:prstGeom>
          <a:ln w="12700" cap="rnd">
            <a:solidFill>
              <a:schemeClr val="bg1"/>
            </a:solidFill>
            <a:prstDash val="dash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409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A614-9052-49F6-B03F-42368D9F5FE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1E3E8-6DEA-4351-A5C0-0C95BFDA242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70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81E3E8-6DEA-4351-A5C0-0C95BFDA2429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535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8424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>
              <a:lnSpc>
                <a:spcPts val="2600"/>
              </a:lnSpc>
            </a:pPr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9999" y="1440000"/>
            <a:ext cx="8424000" cy="280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>
              <a:buSzPct val="150000"/>
            </a:pPr>
            <a:r>
              <a:rPr lang="it-IT"/>
              <a:t>Fare clic per modificare gli stili del testo dello schema</a:t>
            </a:r>
          </a:p>
          <a:p>
            <a:pPr marL="360363" lvl="1" indent="-180975">
              <a:tabLst/>
            </a:pPr>
            <a:r>
              <a:rPr lang="it-IT"/>
              <a:t>Secondo livello</a:t>
            </a:r>
          </a:p>
          <a:p>
            <a:pPr marL="539750" lvl="2" indent="-179388">
              <a:tabLst/>
            </a:pPr>
            <a:r>
              <a:rPr lang="it-IT"/>
              <a:t>Terzo livello</a:t>
            </a:r>
          </a:p>
          <a:p>
            <a:pPr marL="712788" lvl="3" indent="-173038">
              <a:tabLst/>
            </a:pPr>
            <a:r>
              <a:rPr lang="it-IT"/>
              <a:t>Quarto livello</a:t>
            </a:r>
          </a:p>
          <a:p>
            <a:pPr marL="892175" lvl="4" indent="-179388">
              <a:tabLst/>
            </a:pPr>
            <a:r>
              <a:rPr lang="it-IT"/>
              <a:t>Quinto livello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00000" y="4603362"/>
            <a:ext cx="6480000" cy="360000"/>
          </a:xfrm>
          <a:prstGeom prst="rect">
            <a:avLst/>
          </a:prstGeom>
        </p:spPr>
        <p:txBody>
          <a:bodyPr vert="horz" lIns="90000" tIns="45720" rIns="91440" bIns="4572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50541" y="4603362"/>
            <a:ext cx="333458" cy="360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fld id="{A72D8325-0E85-C748-B5DE-B67DCB899361}" type="slidenum">
              <a:rPr lang="it-IT" smtClean="0"/>
              <a:pPr/>
              <a:t>‹N›</a:t>
            </a:fld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9FF60842-D9EF-5B41-B4D1-C4777EF5EED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59999" y="4599057"/>
            <a:ext cx="1070159" cy="275093"/>
          </a:xfrm>
          <a:prstGeom prst="rect">
            <a:avLst/>
          </a:prstGeom>
        </p:spPr>
      </p:pic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52AF7A33-42FC-5744-B982-91EB8D24CC7F}"/>
              </a:ext>
            </a:extLst>
          </p:cNvPr>
          <p:cNvCxnSpPr/>
          <p:nvPr/>
        </p:nvCxnSpPr>
        <p:spPr>
          <a:xfrm>
            <a:off x="360000" y="4428877"/>
            <a:ext cx="8424000" cy="0"/>
          </a:xfrm>
          <a:prstGeom prst="line">
            <a:avLst/>
          </a:prstGeom>
          <a:ln w="12700" cap="sq">
            <a:solidFill>
              <a:srgbClr val="202D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SIPCMContentMarking" descr="{&quot;HashCode&quot;:1782727642,&quot;Placement&quot;:&quot;Header&quot;,&quot;Top&quot;:0.0,&quot;Left&quot;:573.5161,&quot;SlideWidth&quot;:720,&quot;SlideHeight&quot;:405}">
            <a:extLst>
              <a:ext uri="{FF2B5EF4-FFF2-40B4-BE49-F238E27FC236}">
                <a16:creationId xmlns:a16="http://schemas.microsoft.com/office/drawing/2014/main" id="{6F8ABA30-48CD-499F-9AED-96FD008F8E85}"/>
              </a:ext>
            </a:extLst>
          </p:cNvPr>
          <p:cNvSpPr txBox="1"/>
          <p:nvPr/>
        </p:nvSpPr>
        <p:spPr>
          <a:xfrm>
            <a:off x="7283655" y="0"/>
            <a:ext cx="1860345" cy="22622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it-IT" sz="800">
                <a:solidFill>
                  <a:srgbClr val="E7EC06"/>
                </a:solidFill>
                <a:latin typeface="Century" panose="02040604050505020304" pitchFamily="18" charset="0"/>
              </a:rPr>
              <a:t>Gruppo Banco BPM - Uso Interno</a:t>
            </a:r>
          </a:p>
        </p:txBody>
      </p:sp>
      <p:pic>
        <p:nvPicPr>
          <p:cNvPr id="7" name="Immagine 7">
            <a:extLst>
              <a:ext uri="{FF2B5EF4-FFF2-40B4-BE49-F238E27FC236}">
                <a16:creationId xmlns:a16="http://schemas.microsoft.com/office/drawing/2014/main" id="{26F4D6BD-1834-2BD1-030E-39C95C3B6C6A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359999" y="4599057"/>
            <a:ext cx="1070159" cy="275093"/>
          </a:xfrm>
          <a:prstGeom prst="rect">
            <a:avLst/>
          </a:prstGeom>
        </p:spPr>
      </p:pic>
      <p:cxnSp>
        <p:nvCxnSpPr>
          <p:cNvPr id="9" name="Connettore 1 9">
            <a:extLst>
              <a:ext uri="{FF2B5EF4-FFF2-40B4-BE49-F238E27FC236}">
                <a16:creationId xmlns:a16="http://schemas.microsoft.com/office/drawing/2014/main" id="{2BBD80F9-066E-22F2-1E7E-5C9DC66A7886}"/>
              </a:ext>
            </a:extLst>
          </p:cNvPr>
          <p:cNvCxnSpPr/>
          <p:nvPr userDrawn="1"/>
        </p:nvCxnSpPr>
        <p:spPr>
          <a:xfrm>
            <a:off x="360000" y="4428877"/>
            <a:ext cx="8424000" cy="0"/>
          </a:xfrm>
          <a:prstGeom prst="line">
            <a:avLst/>
          </a:prstGeom>
          <a:ln w="12700" cap="sq">
            <a:solidFill>
              <a:srgbClr val="202D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SIPCMContentMarking" descr="{&quot;HashCode&quot;:1782727642,&quot;Placement&quot;:&quot;Header&quot;,&quot;Top&quot;:0.0,&quot;Left&quot;:573.5161,&quot;SlideWidth&quot;:720,&quot;SlideHeight&quot;:405}">
            <a:extLst>
              <a:ext uri="{FF2B5EF4-FFF2-40B4-BE49-F238E27FC236}">
                <a16:creationId xmlns:a16="http://schemas.microsoft.com/office/drawing/2014/main" id="{40CD2AED-D7CA-2A72-405A-CA84A412E934}"/>
              </a:ext>
            </a:extLst>
          </p:cNvPr>
          <p:cNvSpPr txBox="1"/>
          <p:nvPr userDrawn="1"/>
        </p:nvSpPr>
        <p:spPr>
          <a:xfrm>
            <a:off x="7283655" y="0"/>
            <a:ext cx="1860345" cy="22622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it-IT" sz="800">
                <a:solidFill>
                  <a:srgbClr val="E7EC06"/>
                </a:solidFill>
                <a:latin typeface="Century" panose="02040604050505020304" pitchFamily="18" charset="0"/>
              </a:rPr>
              <a:t>Gruppo Banco BPM - Uso Interno</a:t>
            </a:r>
          </a:p>
        </p:txBody>
      </p:sp>
    </p:spTree>
    <p:extLst>
      <p:ext uri="{BB962C8B-B14F-4D97-AF65-F5344CB8AC3E}">
        <p14:creationId xmlns:p14="http://schemas.microsoft.com/office/powerpoint/2010/main" val="187765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9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  <p:sldLayoutId id="2147483792" r:id="rId19"/>
    <p:sldLayoutId id="2147483793" r:id="rId20"/>
    <p:sldLayoutId id="2147483794" r:id="rId21"/>
    <p:sldLayoutId id="2147483795" r:id="rId22"/>
  </p:sldLayoutIdLst>
  <p:hf hdr="0" dt="0"/>
  <p:txStyles>
    <p:titleStyle>
      <a:lvl1pPr algn="l" defTabSz="685800" rtl="0" eaLnBrk="1" latinLnBrk="0" hangingPunct="1">
        <a:lnSpc>
          <a:spcPct val="130000"/>
        </a:lnSpc>
        <a:spcBef>
          <a:spcPct val="0"/>
        </a:spcBef>
        <a:buNone/>
        <a:defRPr lang="en-US" sz="1800" b="1" kern="1200" dirty="0">
          <a:solidFill>
            <a:srgbClr val="202D50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30000"/>
        </a:lnSpc>
        <a:spcBef>
          <a:spcPts val="0"/>
        </a:spcBef>
        <a:spcAft>
          <a:spcPts val="300"/>
        </a:spcAft>
        <a:buClr>
          <a:srgbClr val="007C66"/>
        </a:buClr>
        <a:buFont typeface="Arial" panose="020B0604020202020204" pitchFamily="34" charset="0"/>
        <a:buChar char="•"/>
        <a:defRPr lang="it-IT" sz="1100" kern="1200" dirty="0">
          <a:solidFill>
            <a:schemeClr val="tx1">
              <a:lumMod val="50000"/>
              <a:lumOff val="50000"/>
            </a:schemeClr>
          </a:solidFill>
          <a:latin typeface="Century Gothic" panose="020B0502020202020204" pitchFamily="34" charset="0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30000"/>
        </a:lnSpc>
        <a:spcBef>
          <a:spcPts val="0"/>
        </a:spcBef>
        <a:spcAft>
          <a:spcPts val="300"/>
        </a:spcAft>
        <a:buClr>
          <a:srgbClr val="007C66"/>
        </a:buClr>
        <a:buFont typeface="Wingdings" pitchFamily="2" charset="2"/>
        <a:buChar char="§"/>
        <a:defRPr lang="it-IT" sz="1000" kern="1200" dirty="0">
          <a:solidFill>
            <a:schemeClr val="tx1">
              <a:lumMod val="50000"/>
              <a:lumOff val="50000"/>
            </a:schemeClr>
          </a:solidFill>
          <a:latin typeface="Century Gothic" panose="020B0502020202020204" pitchFamily="34" charset="0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30000"/>
        </a:lnSpc>
        <a:spcBef>
          <a:spcPts val="0"/>
        </a:spcBef>
        <a:spcAft>
          <a:spcPts val="300"/>
        </a:spcAft>
        <a:buClr>
          <a:srgbClr val="007C66"/>
        </a:buClr>
        <a:buFont typeface="Arial" panose="020B0604020202020204" pitchFamily="34" charset="0"/>
        <a:buChar char="•"/>
        <a:defRPr lang="it-IT" sz="900" kern="1200" dirty="0">
          <a:solidFill>
            <a:schemeClr val="tx1">
              <a:lumMod val="50000"/>
              <a:lumOff val="50000"/>
            </a:schemeClr>
          </a:solidFill>
          <a:latin typeface="Century Gothic" panose="020B0502020202020204" pitchFamily="34" charset="0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30000"/>
        </a:lnSpc>
        <a:spcBef>
          <a:spcPts val="0"/>
        </a:spcBef>
        <a:spcAft>
          <a:spcPts val="300"/>
        </a:spcAft>
        <a:buClr>
          <a:srgbClr val="007C66"/>
        </a:buClr>
        <a:buFont typeface="Arial" panose="020B0604020202020204" pitchFamily="34" charset="0"/>
        <a:buChar char="•"/>
        <a:defRPr lang="it-IT" sz="800" kern="1200" dirty="0">
          <a:solidFill>
            <a:schemeClr val="tx1">
              <a:lumMod val="50000"/>
              <a:lumOff val="50000"/>
            </a:schemeClr>
          </a:solidFill>
          <a:latin typeface="Century Gothic" panose="020B0502020202020204" pitchFamily="34" charset="0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30000"/>
        </a:lnSpc>
        <a:spcBef>
          <a:spcPts val="0"/>
        </a:spcBef>
        <a:spcAft>
          <a:spcPts val="300"/>
        </a:spcAft>
        <a:buClr>
          <a:srgbClr val="007C66"/>
        </a:buClr>
        <a:buFont typeface="Arial" panose="020B0604020202020204" pitchFamily="34" charset="0"/>
        <a:buChar char="•"/>
        <a:defRPr lang="it-IT" sz="800" kern="1200" dirty="0">
          <a:solidFill>
            <a:schemeClr val="tx1">
              <a:lumMod val="50000"/>
              <a:lumOff val="50000"/>
            </a:schemeClr>
          </a:solidFill>
          <a:latin typeface="Century Gothic" panose="020B0502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671" userDrawn="1">
          <p15:clr>
            <a:srgbClr val="F26B43"/>
          </p15:clr>
        </p15:guide>
        <p15:guide id="4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image" Target="../media/image6.sv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image" Target="../media/image5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41" Type="http://schemas.openxmlformats.org/officeDocument/2006/relationships/tags" Target="../tags/tag4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notesSlide" Target="../notesSlides/notesSlide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4" Type="http://schemas.openxmlformats.org/officeDocument/2006/relationships/slideLayout" Target="../slideLayouts/slideLayout22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jpe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microsoft.com/office/2007/relationships/hdphoto" Target="../media/hdphoto1.wdp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4" Type="http://schemas.openxmlformats.org/officeDocument/2006/relationships/image" Target="../media/image8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olo 1">
            <a:extLst>
              <a:ext uri="{FF2B5EF4-FFF2-40B4-BE49-F238E27FC236}">
                <a16:creationId xmlns:a16="http://schemas.microsoft.com/office/drawing/2014/main" id="{B4C3F804-8139-3FC3-DC14-C888E4D0BEA1}"/>
              </a:ext>
            </a:extLst>
          </p:cNvPr>
          <p:cNvSpPr txBox="1">
            <a:spLocks/>
          </p:cNvSpPr>
          <p:nvPr/>
        </p:nvSpPr>
        <p:spPr bwMode="auto">
          <a:xfrm>
            <a:off x="156868" y="179859"/>
            <a:ext cx="8101012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202D5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202D50"/>
                </a:solidFill>
                <a:latin typeface="Century Gothic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202D50"/>
                </a:solidFill>
                <a:latin typeface="Century Gothic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202D50"/>
                </a:solidFill>
                <a:latin typeface="Century Gothic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202D50"/>
                </a:solidFill>
                <a:latin typeface="Century Gothic" pitchFamily="34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202D50"/>
                </a:solidFill>
                <a:latin typeface="Century Gothic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202D50"/>
                </a:solidFill>
                <a:latin typeface="Century Gothic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202D50"/>
                </a:solidFill>
                <a:latin typeface="Century Gothic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202D50"/>
                </a:solidFill>
                <a:latin typeface="Century Gothic" pitchFamily="34" charset="0"/>
                <a:cs typeface="Arial" charset="0"/>
              </a:defRPr>
            </a:lvl9pPr>
          </a:lstStyle>
          <a:p>
            <a:pPr defTabSz="914378"/>
            <a:r>
              <a:rPr lang="it-IT" sz="1800" kern="0">
                <a:latin typeface="Century Gothic" panose="020B0502020202020204" pitchFamily="34" charset="0"/>
              </a:rPr>
              <a:t>Struttura Organizzativa L1 – Information Technology e Sicurezza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4363A8F-5B0F-71EE-2A07-8EC837A2197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829828" y="4513821"/>
            <a:ext cx="216000" cy="108000"/>
          </a:xfrm>
          <a:prstGeom prst="rect">
            <a:avLst/>
          </a:prstGeom>
          <a:solidFill>
            <a:srgbClr val="313F5C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20250" tIns="40500" rIns="20250" bIns="40500" anchor="ctr"/>
          <a:lstStyle/>
          <a:p>
            <a:pPr algn="ctr" defTabSz="514338" fontAlgn="base">
              <a:spcBef>
                <a:spcPct val="0"/>
              </a:spcBef>
              <a:spcAft>
                <a:spcPct val="0"/>
              </a:spcAft>
            </a:pPr>
            <a:r>
              <a:rPr lang="it-IT" sz="600" b="1" kern="0">
                <a:solidFill>
                  <a:prstClr val="white"/>
                </a:solidFill>
                <a:latin typeface="Century Gothic" panose="020B0502020202020204" pitchFamily="34" charset="0"/>
              </a:rPr>
              <a:t>L1</a:t>
            </a:r>
          </a:p>
        </p:txBody>
      </p:sp>
      <p:sp>
        <p:nvSpPr>
          <p:cNvPr id="138" name="Rectangle 72">
            <a:extLst>
              <a:ext uri="{FF2B5EF4-FFF2-40B4-BE49-F238E27FC236}">
                <a16:creationId xmlns:a16="http://schemas.microsoft.com/office/drawing/2014/main" id="{2C11A740-4E87-0B7C-108F-722ECF05858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170415" y="4513821"/>
            <a:ext cx="216000" cy="108000"/>
          </a:xfrm>
          <a:prstGeom prst="rect">
            <a:avLst/>
          </a:prstGeom>
          <a:solidFill>
            <a:schemeClr val="accent2"/>
          </a:solidFill>
          <a:ln w="12700" cap="flat" cmpd="sng" algn="ctr">
            <a:solidFill>
              <a:sysClr val="window" lastClr="FFFFFF">
                <a:lumMod val="85000"/>
              </a:sysClr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20250" tIns="40500" rIns="20250" bIns="40500" anchor="ctr"/>
          <a:lstStyle/>
          <a:p>
            <a:pPr algn="ctr" defTabSz="514338" fontAlgn="base">
              <a:spcBef>
                <a:spcPct val="0"/>
              </a:spcBef>
              <a:spcAft>
                <a:spcPct val="0"/>
              </a:spcAft>
            </a:pPr>
            <a:r>
              <a:rPr lang="it-IT" sz="600" b="1" kern="0">
                <a:solidFill>
                  <a:prstClr val="white"/>
                </a:solidFill>
                <a:latin typeface="Century Gothic" panose="020B0502020202020204" pitchFamily="34" charset="0"/>
              </a:rPr>
              <a:t>L2</a:t>
            </a:r>
          </a:p>
        </p:txBody>
      </p:sp>
      <p:sp>
        <p:nvSpPr>
          <p:cNvPr id="139" name="Rectangle 275">
            <a:extLst>
              <a:ext uri="{FF2B5EF4-FFF2-40B4-BE49-F238E27FC236}">
                <a16:creationId xmlns:a16="http://schemas.microsoft.com/office/drawing/2014/main" id="{7EF983D7-7B49-F825-370B-1E1ED695B63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511002" y="4513821"/>
            <a:ext cx="216000" cy="10800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313F5C"/>
            </a:solidFill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20250" tIns="40500" rIns="20250" bIns="40500" anchor="ctr"/>
          <a:lstStyle/>
          <a:p>
            <a:pPr algn="ctr" defTabSz="514338" fontAlgn="base">
              <a:spcBef>
                <a:spcPct val="0"/>
              </a:spcBef>
              <a:spcAft>
                <a:spcPct val="0"/>
              </a:spcAft>
            </a:pPr>
            <a:r>
              <a:rPr lang="it-IT" sz="600" b="1" kern="0">
                <a:solidFill>
                  <a:srgbClr val="313F5C"/>
                </a:solidFill>
                <a:latin typeface="Century Gothic" panose="020B0502020202020204" pitchFamily="34" charset="0"/>
              </a:rPr>
              <a:t>L3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746F31-6164-0CF3-FAFB-28B268CB3718}"/>
              </a:ext>
            </a:extLst>
          </p:cNvPr>
          <p:cNvGrpSpPr/>
          <p:nvPr/>
        </p:nvGrpSpPr>
        <p:grpSpPr>
          <a:xfrm>
            <a:off x="416999" y="1257299"/>
            <a:ext cx="8310003" cy="3127354"/>
            <a:chOff x="416999" y="902949"/>
            <a:chExt cx="8310003" cy="341759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DA4F169-5A68-DE4E-77BA-31AA4709A7FD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426829" y="1883920"/>
              <a:ext cx="952344" cy="359822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750" b="1" kern="0">
                  <a:solidFill>
                    <a:prstClr val="white"/>
                  </a:solidFill>
                  <a:latin typeface="Century Gothic" panose="020B0502020202020204" pitchFamily="34" charset="0"/>
                </a:rPr>
                <a:t>Credito e Applicazioni di supporto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4161DED-B5DA-4E7D-92B5-8A4513D1BB32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2483583" y="1883920"/>
              <a:ext cx="952344" cy="359822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750" b="1" kern="0">
                  <a:solidFill>
                    <a:prstClr val="white"/>
                  </a:solidFill>
                  <a:latin typeface="Century Gothic" panose="020B0502020202020204" pitchFamily="34" charset="0"/>
                </a:rPr>
                <a:t>Finanza, </a:t>
              </a:r>
            </a:p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750" b="1" kern="0">
                  <a:solidFill>
                    <a:prstClr val="white"/>
                  </a:solidFill>
                  <a:latin typeface="Century Gothic" panose="020B0502020202020204" pitchFamily="34" charset="0"/>
                </a:rPr>
                <a:t>Investment Bank e Wealth Mngt</a:t>
              </a:r>
            </a:p>
          </p:txBody>
        </p:sp>
        <p:sp>
          <p:nvSpPr>
            <p:cNvPr id="15" name="Rectangle 72">
              <a:extLst>
                <a:ext uri="{FF2B5EF4-FFF2-40B4-BE49-F238E27FC236}">
                  <a16:creationId xmlns:a16="http://schemas.microsoft.com/office/drawing/2014/main" id="{4165E3F9-1A83-BB33-A67A-81FEB322BBF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3559388" y="1883920"/>
              <a:ext cx="952344" cy="359822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750" b="1" kern="0">
                  <a:solidFill>
                    <a:prstClr val="white"/>
                  </a:solidFill>
                  <a:latin typeface="Century Gothic" panose="020B0502020202020204" pitchFamily="34" charset="0"/>
                </a:rPr>
                <a:t>Transazionali</a:t>
              </a:r>
            </a:p>
          </p:txBody>
        </p:sp>
        <p:cxnSp>
          <p:nvCxnSpPr>
            <p:cNvPr id="16" name="Connettore 4 5">
              <a:extLst>
                <a:ext uri="{FF2B5EF4-FFF2-40B4-BE49-F238E27FC236}">
                  <a16:creationId xmlns:a16="http://schemas.microsoft.com/office/drawing/2014/main" id="{AFF4996A-B8FE-5812-B924-917366A55AAC}"/>
                </a:ext>
              </a:extLst>
            </p:cNvPr>
            <p:cNvCxnSpPr>
              <a:cxnSpLocks/>
              <a:stCxn id="24" idx="2"/>
              <a:endCxn id="13" idx="0"/>
            </p:cNvCxnSpPr>
            <p:nvPr/>
          </p:nvCxnSpPr>
          <p:spPr>
            <a:xfrm rot="5400000">
              <a:off x="2926927" y="238846"/>
              <a:ext cx="621149" cy="2668999"/>
            </a:xfrm>
            <a:prstGeom prst="bentConnector3">
              <a:avLst>
                <a:gd name="adj1" fmla="val 74535"/>
              </a:avLst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Connettore 4 11">
              <a:extLst>
                <a:ext uri="{FF2B5EF4-FFF2-40B4-BE49-F238E27FC236}">
                  <a16:creationId xmlns:a16="http://schemas.microsoft.com/office/drawing/2014/main" id="{BEA8139F-9F9B-3E5A-6752-8C4B6459E607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5649838" y="1341676"/>
              <a:ext cx="8462" cy="1075805"/>
            </a:xfrm>
            <a:prstGeom prst="bentConnector3">
              <a:avLst>
                <a:gd name="adj1" fmla="val 1851298"/>
              </a:avLst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Connettore 4 2">
              <a:extLst>
                <a:ext uri="{FF2B5EF4-FFF2-40B4-BE49-F238E27FC236}">
                  <a16:creationId xmlns:a16="http://schemas.microsoft.com/office/drawing/2014/main" id="{ABB08E2E-2400-C622-41A0-A4CEBDDE1413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3498229" y="1339506"/>
              <a:ext cx="8462" cy="1075805"/>
            </a:xfrm>
            <a:prstGeom prst="bentConnector3">
              <a:avLst>
                <a:gd name="adj1" fmla="val 1800000"/>
              </a:avLst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Connettore 4 6">
              <a:extLst>
                <a:ext uri="{FF2B5EF4-FFF2-40B4-BE49-F238E27FC236}">
                  <a16:creationId xmlns:a16="http://schemas.microsoft.com/office/drawing/2014/main" id="{0DF8E098-F73C-1BF5-F08A-2DF93D149D23}"/>
                </a:ext>
              </a:extLst>
            </p:cNvPr>
            <p:cNvCxnSpPr>
              <a:cxnSpLocks/>
              <a:stCxn id="24" idx="2"/>
              <a:endCxn id="22" idx="0"/>
            </p:cNvCxnSpPr>
            <p:nvPr/>
          </p:nvCxnSpPr>
          <p:spPr>
            <a:xfrm rot="16200000" flipH="1">
              <a:off x="5606912" y="227859"/>
              <a:ext cx="621149" cy="2690972"/>
            </a:xfrm>
            <a:prstGeom prst="bentConnector3">
              <a:avLst>
                <a:gd name="adj1" fmla="val 74457"/>
              </a:avLst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2D3369C-C3C5-37AF-BFB9-47ED5631C53C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4635192" y="1883920"/>
              <a:ext cx="952344" cy="359822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750" b="1" kern="0">
                  <a:solidFill>
                    <a:prstClr val="white"/>
                  </a:solidFill>
                  <a:latin typeface="Century Gothic" panose="020B0502020202020204" pitchFamily="34" charset="0"/>
                </a:rPr>
                <a:t>Canali Digitali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EE70B86-5EB7-1FC4-6EC1-C9A26FD3D1AE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5710997" y="1883920"/>
              <a:ext cx="952344" cy="359822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750" b="1" kern="0">
                  <a:solidFill>
                    <a:prstClr val="white"/>
                  </a:solidFill>
                  <a:latin typeface="Century Gothic" panose="020B0502020202020204" pitchFamily="34" charset="0"/>
                </a:rPr>
                <a:t>Sistemi di </a:t>
              </a:r>
            </a:p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750" b="1" kern="0">
                  <a:solidFill>
                    <a:prstClr val="white"/>
                  </a:solidFill>
                  <a:latin typeface="Century Gothic" panose="020B0502020202020204" pitchFamily="34" charset="0"/>
                </a:rPr>
                <a:t>Governo Dati, AI e Rischi</a:t>
              </a:r>
            </a:p>
          </p:txBody>
        </p:sp>
        <p:sp>
          <p:nvSpPr>
            <p:cNvPr id="22" name="Rectangle 72">
              <a:extLst>
                <a:ext uri="{FF2B5EF4-FFF2-40B4-BE49-F238E27FC236}">
                  <a16:creationId xmlns:a16="http://schemas.microsoft.com/office/drawing/2014/main" id="{812623D1-8048-291A-C2E2-E0CFB49A678C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6786800" y="1883920"/>
              <a:ext cx="952344" cy="359822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750" b="1" kern="0">
                  <a:solidFill>
                    <a:prstClr val="white"/>
                  </a:solidFill>
                  <a:latin typeface="Century Gothic" panose="020B0502020202020204" pitchFamily="34" charset="0"/>
                </a:rPr>
                <a:t>Produzione</a:t>
              </a:r>
            </a:p>
          </p:txBody>
        </p:sp>
        <p:cxnSp>
          <p:nvCxnSpPr>
            <p:cNvPr id="23" name="Elbow Connector 114">
              <a:extLst>
                <a:ext uri="{FF2B5EF4-FFF2-40B4-BE49-F238E27FC236}">
                  <a16:creationId xmlns:a16="http://schemas.microsoft.com/office/drawing/2014/main" id="{9188AB7E-0019-A3C7-F31C-A4838B6EB420}"/>
                </a:ext>
              </a:extLst>
            </p:cNvPr>
            <p:cNvCxnSpPr>
              <a:cxnSpLocks/>
            </p:cNvCxnSpPr>
            <p:nvPr/>
          </p:nvCxnSpPr>
          <p:spPr>
            <a:xfrm>
              <a:off x="3791808" y="1468976"/>
              <a:ext cx="761876" cy="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7AAED54-6763-20AF-3AE3-B4DAF9AC466B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3980679" y="902949"/>
              <a:ext cx="1182642" cy="359822"/>
            </a:xfrm>
            <a:prstGeom prst="rect">
              <a:avLst/>
            </a:prstGeom>
            <a:solidFill>
              <a:srgbClr val="313F5C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750" b="1" kern="0">
                  <a:solidFill>
                    <a:prstClr val="white"/>
                  </a:solidFill>
                  <a:latin typeface="Century Gothic" panose="020B0502020202020204" pitchFamily="34" charset="0"/>
                </a:rPr>
                <a:t>Information Technology e Sicurezza</a:t>
              </a:r>
            </a:p>
          </p:txBody>
        </p:sp>
        <p:sp>
          <p:nvSpPr>
            <p:cNvPr id="25" name="Rectangle 72">
              <a:extLst>
                <a:ext uri="{FF2B5EF4-FFF2-40B4-BE49-F238E27FC236}">
                  <a16:creationId xmlns:a16="http://schemas.microsoft.com/office/drawing/2014/main" id="{D07E8D94-06E5-7CA5-9FC4-8F4321BB98D5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2835797" y="1289065"/>
              <a:ext cx="952344" cy="359822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750" b="1" kern="0">
                  <a:solidFill>
                    <a:prstClr val="white"/>
                  </a:solidFill>
                  <a:latin typeface="Century Gothic" panose="020B0502020202020204" pitchFamily="34" charset="0"/>
                </a:rPr>
                <a:t>Governance e Reporting</a:t>
              </a:r>
            </a:p>
          </p:txBody>
        </p:sp>
        <p:sp>
          <p:nvSpPr>
            <p:cNvPr id="26" name="Rectangle 72">
              <a:extLst>
                <a:ext uri="{FF2B5EF4-FFF2-40B4-BE49-F238E27FC236}">
                  <a16:creationId xmlns:a16="http://schemas.microsoft.com/office/drawing/2014/main" id="{DFE234CA-9D63-2460-1432-F7635851CE97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5329790" y="1289065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Enterprise Architecture</a:t>
              </a:r>
            </a:p>
          </p:txBody>
        </p:sp>
        <p:cxnSp>
          <p:nvCxnSpPr>
            <p:cNvPr id="27" name="Elbow Connector 114">
              <a:extLst>
                <a:ext uri="{FF2B5EF4-FFF2-40B4-BE49-F238E27FC236}">
                  <a16:creationId xmlns:a16="http://schemas.microsoft.com/office/drawing/2014/main" id="{95C271DC-E0B3-3A7B-7032-78B09A60A05D}"/>
                </a:ext>
              </a:extLst>
            </p:cNvPr>
            <p:cNvCxnSpPr>
              <a:cxnSpLocks/>
            </p:cNvCxnSpPr>
            <p:nvPr/>
          </p:nvCxnSpPr>
          <p:spPr>
            <a:xfrm>
              <a:off x="4560579" y="1468940"/>
              <a:ext cx="761876" cy="0"/>
            </a:xfrm>
            <a:prstGeom prst="straightConnector1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0B9AA8B-6206-4618-8ACD-C708ADDDE64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416999" y="1883920"/>
              <a:ext cx="952344" cy="359822"/>
            </a:xfrm>
            <a:prstGeom prst="rect">
              <a:avLst/>
            </a:prstGeom>
            <a:solidFill>
              <a:schemeClr val="accent2"/>
            </a:solidFill>
            <a:ln w="12700" cap="flat" cmpd="sng" algn="ctr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750" b="1" kern="0">
                  <a:solidFill>
                    <a:prstClr val="white"/>
                  </a:solidFill>
                  <a:latin typeface="Century Gothic" panose="020B0502020202020204" pitchFamily="34" charset="0"/>
                </a:rPr>
                <a:t>Sicurezza Logica e Fisica</a:t>
              </a:r>
            </a:p>
          </p:txBody>
        </p:sp>
        <p:sp>
          <p:nvSpPr>
            <p:cNvPr id="46" name="Rectangle 275">
              <a:extLst>
                <a:ext uri="{FF2B5EF4-FFF2-40B4-BE49-F238E27FC236}">
                  <a16:creationId xmlns:a16="http://schemas.microsoft.com/office/drawing/2014/main" id="{00C150FA-4E84-BF99-8B6E-FA4A2AC30FE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2483583" y="3084490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Applicazioni Consulenza e Gestioni Patrimoniali</a:t>
              </a:r>
            </a:p>
          </p:txBody>
        </p:sp>
        <p:sp>
          <p:nvSpPr>
            <p:cNvPr id="58" name="Rectangle 275">
              <a:extLst>
                <a:ext uri="{FF2B5EF4-FFF2-40B4-BE49-F238E27FC236}">
                  <a16:creationId xmlns:a16="http://schemas.microsoft.com/office/drawing/2014/main" id="{D41C89EE-B99E-233C-B5F3-2D356C93C4E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416999" y="2288249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Cyber Security</a:t>
              </a:r>
            </a:p>
          </p:txBody>
        </p:sp>
        <p:sp>
          <p:nvSpPr>
            <p:cNvPr id="59" name="Rectangle 275">
              <a:extLst>
                <a:ext uri="{FF2B5EF4-FFF2-40B4-BE49-F238E27FC236}">
                  <a16:creationId xmlns:a16="http://schemas.microsoft.com/office/drawing/2014/main" id="{D535C324-402A-D9AA-C4B3-9AEBE0C5FE96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416999" y="2686369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BC &amp; Disaster Recovery</a:t>
              </a:r>
            </a:p>
          </p:txBody>
        </p:sp>
        <p:sp>
          <p:nvSpPr>
            <p:cNvPr id="30" name="Rectangle 275">
              <a:extLst>
                <a:ext uri="{FF2B5EF4-FFF2-40B4-BE49-F238E27FC236}">
                  <a16:creationId xmlns:a16="http://schemas.microsoft.com/office/drawing/2014/main" id="{066CB4C2-2C98-9777-4A4F-2A2AFA2B33D3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426829" y="2288249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Applicazioni </a:t>
              </a:r>
            </a:p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Credito</a:t>
              </a:r>
            </a:p>
          </p:txBody>
        </p:sp>
        <p:sp>
          <p:nvSpPr>
            <p:cNvPr id="31" name="Rectangle 275">
              <a:extLst>
                <a:ext uri="{FF2B5EF4-FFF2-40B4-BE49-F238E27FC236}">
                  <a16:creationId xmlns:a16="http://schemas.microsoft.com/office/drawing/2014/main" id="{A31CEF4B-7AEA-8C40-7BCE-761D41DE3EE8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2488382" y="2288249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Applicazioni Back Office Finanza</a:t>
              </a:r>
            </a:p>
          </p:txBody>
        </p:sp>
        <p:sp>
          <p:nvSpPr>
            <p:cNvPr id="32" name="Rectangle 275">
              <a:extLst>
                <a:ext uri="{FF2B5EF4-FFF2-40B4-BE49-F238E27FC236}">
                  <a16:creationId xmlns:a16="http://schemas.microsoft.com/office/drawing/2014/main" id="{1FDF6912-2523-5B31-8470-0037CE4D4BCE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3559388" y="2288249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Applicazioni </a:t>
              </a:r>
            </a:p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Presidio AML e Tax Reporting</a:t>
              </a:r>
            </a:p>
          </p:txBody>
        </p:sp>
        <p:sp>
          <p:nvSpPr>
            <p:cNvPr id="33" name="Rectangle 275">
              <a:extLst>
                <a:ext uri="{FF2B5EF4-FFF2-40B4-BE49-F238E27FC236}">
                  <a16:creationId xmlns:a16="http://schemas.microsoft.com/office/drawing/2014/main" id="{7F3D476B-25F0-2651-861A-2C607C01C9DE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4639991" y="2288249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Applicazioni Monetica e Canali per Imprese</a:t>
              </a:r>
            </a:p>
          </p:txBody>
        </p:sp>
        <p:sp>
          <p:nvSpPr>
            <p:cNvPr id="34" name="Rectangle 275">
              <a:extLst>
                <a:ext uri="{FF2B5EF4-FFF2-40B4-BE49-F238E27FC236}">
                  <a16:creationId xmlns:a16="http://schemas.microsoft.com/office/drawing/2014/main" id="{D22A6E97-AFC2-BA14-44E4-2757A71EE790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5710997" y="2288249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Applicazioni Rischi Mercato e Altri Rischi</a:t>
              </a:r>
            </a:p>
          </p:txBody>
        </p:sp>
        <p:sp>
          <p:nvSpPr>
            <p:cNvPr id="35" name="Rectangle 275">
              <a:extLst>
                <a:ext uri="{FF2B5EF4-FFF2-40B4-BE49-F238E27FC236}">
                  <a16:creationId xmlns:a16="http://schemas.microsoft.com/office/drawing/2014/main" id="{FB94ABF6-F2AF-826B-A229-971E689A98F2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6786800" y="2288249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Sistemi</a:t>
              </a:r>
            </a:p>
          </p:txBody>
        </p:sp>
        <p:sp>
          <p:nvSpPr>
            <p:cNvPr id="36" name="Rectangle 275">
              <a:extLst>
                <a:ext uri="{FF2B5EF4-FFF2-40B4-BE49-F238E27FC236}">
                  <a16:creationId xmlns:a16="http://schemas.microsoft.com/office/drawing/2014/main" id="{1270D2C9-CBC7-746E-9674-AC068FA0550F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7774658" y="2686369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Finanza e Servizi</a:t>
              </a:r>
            </a:p>
          </p:txBody>
        </p:sp>
        <p:sp>
          <p:nvSpPr>
            <p:cNvPr id="37" name="Rectangle 275">
              <a:extLst>
                <a:ext uri="{FF2B5EF4-FFF2-40B4-BE49-F238E27FC236}">
                  <a16:creationId xmlns:a16="http://schemas.microsoft.com/office/drawing/2014/main" id="{6CC01EEC-1AC4-F995-CA6D-1554E25F3883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7774658" y="2288249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Gestione Applicazioni</a:t>
              </a:r>
            </a:p>
          </p:txBody>
        </p:sp>
        <p:sp>
          <p:nvSpPr>
            <p:cNvPr id="38" name="Rectangle 275">
              <a:extLst>
                <a:ext uri="{FF2B5EF4-FFF2-40B4-BE49-F238E27FC236}">
                  <a16:creationId xmlns:a16="http://schemas.microsoft.com/office/drawing/2014/main" id="{4737F70E-BA53-DA9E-2831-0192DDC215B2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426829" y="2686369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Applicazioni Finanziamenti</a:t>
              </a:r>
            </a:p>
          </p:txBody>
        </p:sp>
        <p:sp>
          <p:nvSpPr>
            <p:cNvPr id="39" name="Rectangle 275">
              <a:extLst>
                <a:ext uri="{FF2B5EF4-FFF2-40B4-BE49-F238E27FC236}">
                  <a16:creationId xmlns:a16="http://schemas.microsoft.com/office/drawing/2014/main" id="{ACCA5486-FBF5-5CAF-5FBB-3AADEC938079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2488382" y="2686369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Applicazioni Front Office e Mercati</a:t>
              </a:r>
            </a:p>
          </p:txBody>
        </p:sp>
        <p:sp>
          <p:nvSpPr>
            <p:cNvPr id="40" name="Rectangle 275">
              <a:extLst>
                <a:ext uri="{FF2B5EF4-FFF2-40B4-BE49-F238E27FC236}">
                  <a16:creationId xmlns:a16="http://schemas.microsoft.com/office/drawing/2014/main" id="{7DED64FE-106D-FCF2-5796-D92780D70719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3559388" y="2686369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Applicazioni Conti Correnti e Trasparenza</a:t>
              </a:r>
            </a:p>
          </p:txBody>
        </p:sp>
        <p:sp>
          <p:nvSpPr>
            <p:cNvPr id="41" name="Rectangle 275">
              <a:extLst>
                <a:ext uri="{FF2B5EF4-FFF2-40B4-BE49-F238E27FC236}">
                  <a16:creationId xmlns:a16="http://schemas.microsoft.com/office/drawing/2014/main" id="{0C25747D-CFF6-D7A7-71D5-A52FE320D30D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4639991" y="2686369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Applicazioni Banca Diretta e Portali Aziendali</a:t>
              </a:r>
            </a:p>
          </p:txBody>
        </p:sp>
        <p:sp>
          <p:nvSpPr>
            <p:cNvPr id="43" name="Rectangle 275">
              <a:extLst>
                <a:ext uri="{FF2B5EF4-FFF2-40B4-BE49-F238E27FC236}">
                  <a16:creationId xmlns:a16="http://schemas.microsoft.com/office/drawing/2014/main" id="{DDB254C4-514B-6644-BCBD-90133389FA1E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5710997" y="2686369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Applicazioni Segnalazioni </a:t>
              </a:r>
            </a:p>
          </p:txBody>
        </p:sp>
        <p:sp>
          <p:nvSpPr>
            <p:cNvPr id="44" name="Rectangle 275">
              <a:extLst>
                <a:ext uri="{FF2B5EF4-FFF2-40B4-BE49-F238E27FC236}">
                  <a16:creationId xmlns:a16="http://schemas.microsoft.com/office/drawing/2014/main" id="{7B5A8C2B-8BC0-6EE0-F11C-C67332207D90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6786800" y="2686369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Gestione Operativa</a:t>
              </a:r>
            </a:p>
          </p:txBody>
        </p:sp>
        <p:sp>
          <p:nvSpPr>
            <p:cNvPr id="45" name="Rectangle 275">
              <a:extLst>
                <a:ext uri="{FF2B5EF4-FFF2-40B4-BE49-F238E27FC236}">
                  <a16:creationId xmlns:a16="http://schemas.microsoft.com/office/drawing/2014/main" id="{550607EE-D12D-AA63-4CDE-B34D65F95087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426829" y="3084490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Applicazioni Estero e Sistemi di Regolamento</a:t>
              </a:r>
            </a:p>
          </p:txBody>
        </p:sp>
        <p:sp>
          <p:nvSpPr>
            <p:cNvPr id="47" name="Rectangle 275">
              <a:extLst>
                <a:ext uri="{FF2B5EF4-FFF2-40B4-BE49-F238E27FC236}">
                  <a16:creationId xmlns:a16="http://schemas.microsoft.com/office/drawing/2014/main" id="{3ED7AEEA-C318-6FD9-F7C1-80E8B0881F06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3559388" y="3084490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Applicazioni </a:t>
              </a:r>
            </a:p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Sportello e Servizi Vari</a:t>
              </a:r>
            </a:p>
          </p:txBody>
        </p:sp>
        <p:sp>
          <p:nvSpPr>
            <p:cNvPr id="48" name="Rectangle 275">
              <a:extLst>
                <a:ext uri="{FF2B5EF4-FFF2-40B4-BE49-F238E27FC236}">
                  <a16:creationId xmlns:a16="http://schemas.microsoft.com/office/drawing/2014/main" id="{59C70FFD-EAB4-40D0-052C-853571A1E4D9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4639991" y="3084490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Applicazioni Piattaforma Webank</a:t>
              </a:r>
            </a:p>
          </p:txBody>
        </p:sp>
        <p:sp>
          <p:nvSpPr>
            <p:cNvPr id="49" name="Rectangle 275">
              <a:extLst>
                <a:ext uri="{FF2B5EF4-FFF2-40B4-BE49-F238E27FC236}">
                  <a16:creationId xmlns:a16="http://schemas.microsoft.com/office/drawing/2014/main" id="{90D02028-4CCE-BF96-FD7B-91E1D321F5F5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6786800" y="3084490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Telecomunicazioni </a:t>
              </a:r>
            </a:p>
          </p:txBody>
        </p:sp>
        <p:sp>
          <p:nvSpPr>
            <p:cNvPr id="50" name="Rectangle 275">
              <a:extLst>
                <a:ext uri="{FF2B5EF4-FFF2-40B4-BE49-F238E27FC236}">
                  <a16:creationId xmlns:a16="http://schemas.microsoft.com/office/drawing/2014/main" id="{5A200F48-9B79-1662-F8C6-ED4F4F15603B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6786800" y="3482610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Gestione PdL e </a:t>
              </a:r>
            </a:p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Device</a:t>
              </a:r>
            </a:p>
          </p:txBody>
        </p:sp>
        <p:sp>
          <p:nvSpPr>
            <p:cNvPr id="51" name="Rectangle 275">
              <a:extLst>
                <a:ext uri="{FF2B5EF4-FFF2-40B4-BE49-F238E27FC236}">
                  <a16:creationId xmlns:a16="http://schemas.microsoft.com/office/drawing/2014/main" id="{0287391A-D507-8F21-7841-7A772E24781A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6786800" y="3880730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Tecnologie per i Servizi Comuni</a:t>
              </a:r>
            </a:p>
          </p:txBody>
        </p:sp>
        <p:sp>
          <p:nvSpPr>
            <p:cNvPr id="52" name="Rectangle 275">
              <a:extLst>
                <a:ext uri="{FF2B5EF4-FFF2-40B4-BE49-F238E27FC236}">
                  <a16:creationId xmlns:a16="http://schemas.microsoft.com/office/drawing/2014/main" id="{77FB7084-1BDF-4506-4534-F235E3573BC1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3559388" y="3482610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Applicazioni Anagrafe e Incassi</a:t>
              </a:r>
            </a:p>
          </p:txBody>
        </p:sp>
        <p:sp>
          <p:nvSpPr>
            <p:cNvPr id="53" name="Rectangle 275">
              <a:extLst>
                <a:ext uri="{FF2B5EF4-FFF2-40B4-BE49-F238E27FC236}">
                  <a16:creationId xmlns:a16="http://schemas.microsoft.com/office/drawing/2014/main" id="{7C98CDE3-F46F-5B53-7B6C-EF20BB57DC35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427680" y="3482610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Applicazioni di supporto</a:t>
              </a:r>
            </a:p>
          </p:txBody>
        </p:sp>
        <p:sp>
          <p:nvSpPr>
            <p:cNvPr id="54" name="Rectangle 275">
              <a:extLst>
                <a:ext uri="{FF2B5EF4-FFF2-40B4-BE49-F238E27FC236}">
                  <a16:creationId xmlns:a16="http://schemas.microsoft.com/office/drawing/2014/main" id="{E623210D-2155-3279-67A9-C6D0FCB0A308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5716262" y="3084490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Applicazioni Rischio di credito</a:t>
              </a:r>
            </a:p>
          </p:txBody>
        </p:sp>
        <p:sp>
          <p:nvSpPr>
            <p:cNvPr id="56" name="Rectangle 275">
              <a:extLst>
                <a:ext uri="{FF2B5EF4-FFF2-40B4-BE49-F238E27FC236}">
                  <a16:creationId xmlns:a16="http://schemas.microsoft.com/office/drawing/2014/main" id="{B57D0615-56CD-CC6D-8F43-19C28257DBDB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5716262" y="3482610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 dirty="0">
                  <a:solidFill>
                    <a:srgbClr val="313F5C"/>
                  </a:solidFill>
                  <a:latin typeface="Century Gothic" panose="020B0502020202020204" pitchFamily="34" charset="0"/>
                </a:rPr>
                <a:t>Applicazioni di Governo Dati</a:t>
              </a:r>
            </a:p>
          </p:txBody>
        </p:sp>
        <p:sp>
          <p:nvSpPr>
            <p:cNvPr id="57" name="Rectangle 275">
              <a:extLst>
                <a:ext uri="{FF2B5EF4-FFF2-40B4-BE49-F238E27FC236}">
                  <a16:creationId xmlns:a16="http://schemas.microsoft.com/office/drawing/2014/main" id="{632C26A6-ED8B-D292-26AF-3E929D9DE686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5716262" y="3880730"/>
              <a:ext cx="952344" cy="359822"/>
            </a:xfrm>
            <a:prstGeom prst="rect">
              <a:avLst/>
            </a:prstGeom>
            <a:solidFill>
              <a:srgbClr val="FFC000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Applicazioni di AI</a:t>
              </a:r>
            </a:p>
          </p:txBody>
        </p:sp>
        <p:sp>
          <p:nvSpPr>
            <p:cNvPr id="61" name="Rectangle 275">
              <a:extLst>
                <a:ext uri="{FF2B5EF4-FFF2-40B4-BE49-F238E27FC236}">
                  <a16:creationId xmlns:a16="http://schemas.microsoft.com/office/drawing/2014/main" id="{1E0D50D3-D0D2-7D4E-79D7-EB1F438F39C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416999" y="3084490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Sicurezza delle Informazioni e delle Risorse ICT</a:t>
              </a:r>
            </a:p>
          </p:txBody>
        </p:sp>
        <p:sp>
          <p:nvSpPr>
            <p:cNvPr id="62" name="Rectangle 275">
              <a:extLst>
                <a:ext uri="{FF2B5EF4-FFF2-40B4-BE49-F238E27FC236}">
                  <a16:creationId xmlns:a16="http://schemas.microsoft.com/office/drawing/2014/main" id="{783B2D3F-2A20-3550-798D-C6048D47B19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416999" y="3482610"/>
              <a:ext cx="952344" cy="359822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rgbClr val="313F5C"/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0250" tIns="40500" rIns="20250" bIns="40500" anchor="ctr"/>
            <a:lstStyle/>
            <a:p>
              <a:pPr algn="ctr" defTabSz="514338" fontAlgn="base">
                <a:spcBef>
                  <a:spcPct val="0"/>
                </a:spcBef>
                <a:spcAft>
                  <a:spcPct val="0"/>
                </a:spcAft>
              </a:pPr>
              <a:r>
                <a:rPr lang="it-IT" sz="675" b="1" kern="0">
                  <a:solidFill>
                    <a:srgbClr val="313F5C"/>
                  </a:solidFill>
                  <a:latin typeface="Century Gothic" panose="020B0502020202020204" pitchFamily="34" charset="0"/>
                </a:rPr>
                <a:t>Sicurezza Fisica</a:t>
              </a:r>
            </a:p>
          </p:txBody>
        </p:sp>
        <p:cxnSp>
          <p:nvCxnSpPr>
            <p:cNvPr id="135" name="Connettore 4 2">
              <a:extLst>
                <a:ext uri="{FF2B5EF4-FFF2-40B4-BE49-F238E27FC236}">
                  <a16:creationId xmlns:a16="http://schemas.microsoft.com/office/drawing/2014/main" id="{1FFA6299-580B-ACE5-AE49-6B105499F3D3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1360868" y="1339506"/>
              <a:ext cx="8462" cy="1075805"/>
            </a:xfrm>
            <a:prstGeom prst="bentConnector3">
              <a:avLst>
                <a:gd name="adj1" fmla="val 1800000"/>
              </a:avLst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56FC139E-C165-2822-D5C5-0C7D27BD48C5}"/>
                </a:ext>
              </a:extLst>
            </p:cNvPr>
            <p:cNvSpPr/>
            <p:nvPr/>
          </p:nvSpPr>
          <p:spPr>
            <a:xfrm>
              <a:off x="5650992" y="1834296"/>
              <a:ext cx="1085144" cy="2486244"/>
            </a:xfrm>
            <a:prstGeom prst="rect">
              <a:avLst/>
            </a:prstGeom>
            <a:noFill/>
            <a:ln w="28575">
              <a:solidFill>
                <a:srgbClr val="FFC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1350"/>
            </a:p>
          </p:txBody>
        </p:sp>
        <p:pic>
          <p:nvPicPr>
            <p:cNvPr id="149" name="Graphic 148" descr="Magnifying glass with solid fill">
              <a:extLst>
                <a:ext uri="{FF2B5EF4-FFF2-40B4-BE49-F238E27FC236}">
                  <a16:creationId xmlns:a16="http://schemas.microsoft.com/office/drawing/2014/main" id="{46E587A1-5260-E98F-6FD6-6C023D5581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 flipH="1">
              <a:off x="5528207" y="3936021"/>
              <a:ext cx="310840" cy="384519"/>
            </a:xfrm>
            <a:prstGeom prst="rect">
              <a:avLst/>
            </a:prstGeom>
          </p:spPr>
        </p:pic>
      </p:grpSp>
      <p:sp>
        <p:nvSpPr>
          <p:cNvPr id="3" name="Freccia a pentagono 8">
            <a:extLst>
              <a:ext uri="{FF2B5EF4-FFF2-40B4-BE49-F238E27FC236}">
                <a16:creationId xmlns:a16="http://schemas.microsoft.com/office/drawing/2014/main" id="{54A5167C-C972-3053-B588-F38561AB934A}"/>
              </a:ext>
            </a:extLst>
          </p:cNvPr>
          <p:cNvSpPr/>
          <p:nvPr/>
        </p:nvSpPr>
        <p:spPr bwMode="auto">
          <a:xfrm rot="16200000" flipH="1">
            <a:off x="4255108" y="-3475238"/>
            <a:ext cx="568402" cy="8764882"/>
          </a:xfrm>
          <a:prstGeom prst="homePlate">
            <a:avLst>
              <a:gd name="adj" fmla="val 28121"/>
            </a:avLst>
          </a:prstGeom>
          <a:solidFill>
            <a:srgbClr val="313F5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txBody>
          <a:bodyPr vert="vert" wrap="square" lIns="36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sz="1000" b="0" kern="0">
                <a:solidFill>
                  <a:schemeClr val="bg1"/>
                </a:solidFill>
                <a:cs typeface="Calibri" pitchFamily="34" charset="0"/>
              </a:rPr>
              <a:t>La  funzione  </a:t>
            </a:r>
            <a:r>
              <a:rPr lang="it-IT" sz="1000" b="1" kern="0">
                <a:solidFill>
                  <a:schemeClr val="bg1"/>
                </a:solidFill>
                <a:cs typeface="Calibri" pitchFamily="34" charset="0"/>
              </a:rPr>
              <a:t>Information  Technology  e  Sicurezza</a:t>
            </a:r>
            <a:r>
              <a:rPr lang="it-IT" sz="1000" b="0" kern="0">
                <a:solidFill>
                  <a:schemeClr val="bg1"/>
                </a:solidFill>
                <a:cs typeface="Calibri" pitchFamily="34" charset="0"/>
              </a:rPr>
              <a:t>,  a  riporto  del CIO, assicura  la corretta </a:t>
            </a:r>
            <a:r>
              <a:rPr lang="it-IT" sz="1000" b="1" kern="0">
                <a:solidFill>
                  <a:schemeClr val="bg1"/>
                </a:solidFill>
                <a:cs typeface="Calibri" pitchFamily="34" charset="0"/>
              </a:rPr>
              <a:t>pianificazione e gestione del  sistema  informativo</a:t>
            </a:r>
            <a:r>
              <a:rPr lang="it-IT" sz="1000" b="0" kern="0">
                <a:solidFill>
                  <a:schemeClr val="bg1"/>
                </a:solidFill>
                <a:cs typeface="Calibri" pitchFamily="34" charset="0"/>
              </a:rPr>
              <a:t> del Gruppo Banco  BPM  armonizzando  le esigenze  delle  varie  funzioni  aziendali  con  le  strategie,  le  priorità  di  business  e  il  modello organizzativo definito</a:t>
            </a:r>
          </a:p>
        </p:txBody>
      </p:sp>
    </p:spTree>
    <p:extLst>
      <p:ext uri="{BB962C8B-B14F-4D97-AF65-F5344CB8AC3E}">
        <p14:creationId xmlns:p14="http://schemas.microsoft.com/office/powerpoint/2010/main" val="1812883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77BE657A-2435-97F8-509B-F1BFB96CD56D}"/>
              </a:ext>
            </a:extLst>
          </p:cNvPr>
          <p:cNvSpPr>
            <a:spLocks/>
          </p:cNvSpPr>
          <p:nvPr/>
        </p:nvSpPr>
        <p:spPr>
          <a:xfrm>
            <a:off x="1596250" y="1135273"/>
            <a:ext cx="7195428" cy="3166366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it-IT" sz="135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04A2F15E-E4F7-D502-CAAB-CD3D8BB2E3F7}"/>
              </a:ext>
            </a:extLst>
          </p:cNvPr>
          <p:cNvSpPr>
            <a:spLocks/>
          </p:cNvSpPr>
          <p:nvPr/>
        </p:nvSpPr>
        <p:spPr>
          <a:xfrm rot="16200000">
            <a:off x="-965533" y="1790348"/>
            <a:ext cx="3666385" cy="133812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4902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28588" indent="-128588" defTabSz="685800">
              <a:lnSpc>
                <a:spcPts val="1275"/>
              </a:lnSpc>
              <a:buClr>
                <a:srgbClr val="007C66"/>
              </a:buClr>
              <a:buFont typeface="Arial" panose="020B0604020202020204" pitchFamily="34" charset="0"/>
              <a:buChar char="•"/>
              <a:defRPr/>
            </a:pPr>
            <a:endParaRPr lang="it-IT" sz="1200">
              <a:solidFill>
                <a:srgbClr val="202D50"/>
              </a:solidFill>
              <a:latin typeface="Calibri" panose="020F0502020204030204"/>
            </a:endParaRPr>
          </a:p>
        </p:txBody>
      </p:sp>
      <p:sp>
        <p:nvSpPr>
          <p:cNvPr id="36" name="Titolo 1">
            <a:extLst>
              <a:ext uri="{FF2B5EF4-FFF2-40B4-BE49-F238E27FC236}">
                <a16:creationId xmlns:a16="http://schemas.microsoft.com/office/drawing/2014/main" id="{76DE2A89-4F13-4258-94F9-1A3F12C6AEBB}"/>
              </a:ext>
            </a:extLst>
          </p:cNvPr>
          <p:cNvSpPr txBox="1">
            <a:spLocks/>
          </p:cNvSpPr>
          <p:nvPr/>
        </p:nvSpPr>
        <p:spPr bwMode="auto">
          <a:xfrm>
            <a:off x="156868" y="179859"/>
            <a:ext cx="8101012" cy="37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202D5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202D50"/>
                </a:solidFill>
                <a:latin typeface="Century Gothic" pitchFamily="34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202D50"/>
                </a:solidFill>
                <a:latin typeface="Century Gothic" pitchFamily="34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202D50"/>
                </a:solidFill>
                <a:latin typeface="Century Gothic" pitchFamily="34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202D50"/>
                </a:solidFill>
                <a:latin typeface="Century Gothic" pitchFamily="34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202D50"/>
                </a:solidFill>
                <a:latin typeface="Century Gothic" pitchFamily="34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202D50"/>
                </a:solidFill>
                <a:latin typeface="Century Gothic" pitchFamily="34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202D50"/>
                </a:solidFill>
                <a:latin typeface="Century Gothic" pitchFamily="34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rgbClr val="202D50"/>
                </a:solidFill>
                <a:latin typeface="Century Gothic" pitchFamily="34" charset="0"/>
                <a:cs typeface="Arial" charset="0"/>
              </a:defRPr>
            </a:lvl9pPr>
          </a:lstStyle>
          <a:p>
            <a:pPr defTabSz="914378"/>
            <a:r>
              <a:rPr lang="it-IT" sz="1800" kern="0">
                <a:latin typeface="Century Gothic" panose="020B0502020202020204" pitchFamily="34" charset="0"/>
              </a:rPr>
              <a:t>Struttura Organizzativa L3 – Applicazioni AI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2782F56A-C1DA-42B4-9E29-EFAB0977D15A}"/>
              </a:ext>
            </a:extLst>
          </p:cNvPr>
          <p:cNvSpPr txBox="1">
            <a:spLocks/>
          </p:cNvSpPr>
          <p:nvPr/>
        </p:nvSpPr>
        <p:spPr>
          <a:xfrm>
            <a:off x="198599" y="2355621"/>
            <a:ext cx="1509376" cy="500654"/>
          </a:xfrm>
          <a:prstGeom prst="homePlate">
            <a:avLst>
              <a:gd name="adj" fmla="val 22028"/>
            </a:avLst>
          </a:prstGeom>
          <a:solidFill>
            <a:schemeClr val="accent2"/>
          </a:solidFill>
          <a:ln w="1270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tIns="54000" rIns="27000" bIns="54000" anchor="ctr"/>
          <a:lstStyle>
            <a:defPPr>
              <a:defRPr lang="en-US"/>
            </a:defPPr>
            <a:lvl1pPr algn="ctr" defTabSz="914378">
              <a:defRPr sz="1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defTabSz="685784">
              <a:defRPr/>
            </a:pPr>
            <a:r>
              <a:rPr lang="it-IT" sz="900">
                <a:solidFill>
                  <a:prstClr val="white"/>
                </a:solidFill>
              </a:rPr>
              <a:t>AI &amp; AUTOMATION</a:t>
            </a:r>
          </a:p>
        </p:txBody>
      </p:sp>
      <p:sp>
        <p:nvSpPr>
          <p:cNvPr id="92" name="Rettangolo con angoli arrotondati 76">
            <a:extLst>
              <a:ext uri="{FF2B5EF4-FFF2-40B4-BE49-F238E27FC236}">
                <a16:creationId xmlns:a16="http://schemas.microsoft.com/office/drawing/2014/main" id="{9AD30483-F723-4DE0-8CEF-813F71ECCC10}"/>
              </a:ext>
            </a:extLst>
          </p:cNvPr>
          <p:cNvSpPr>
            <a:spLocks/>
          </p:cNvSpPr>
          <p:nvPr/>
        </p:nvSpPr>
        <p:spPr>
          <a:xfrm>
            <a:off x="394467" y="907525"/>
            <a:ext cx="946385" cy="182657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000" tIns="54000" rIns="27000" bIns="54000" anchor="ctr"/>
          <a:lstStyle/>
          <a:p>
            <a:pPr algn="ctr" defTabSz="685784">
              <a:defRPr/>
            </a:pPr>
            <a:r>
              <a:rPr lang="it-IT" sz="825" b="1">
                <a:solidFill>
                  <a:prstClr val="white"/>
                </a:solidFill>
                <a:latin typeface="Century Gothic" panose="020B0502020202020204" pitchFamily="34" charset="0"/>
              </a:rPr>
              <a:t>M. Maggiolo</a:t>
            </a:r>
          </a:p>
        </p:txBody>
      </p:sp>
      <p:pic>
        <p:nvPicPr>
          <p:cNvPr id="2" name="Picture 1" descr="A person with dark hair wearing a blue suit&#10;&#10;Description automatically generated">
            <a:extLst>
              <a:ext uri="{FF2B5EF4-FFF2-40B4-BE49-F238E27FC236}">
                <a16:creationId xmlns:a16="http://schemas.microsoft.com/office/drawing/2014/main" id="{7C4B71DD-F6E6-F464-3961-B48EA383FA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11" y="667432"/>
            <a:ext cx="266695" cy="254068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95EA6A8F-4418-AE30-FAFB-A85D9782E598}"/>
              </a:ext>
            </a:extLst>
          </p:cNvPr>
          <p:cNvGrpSpPr/>
          <p:nvPr/>
        </p:nvGrpSpPr>
        <p:grpSpPr>
          <a:xfrm>
            <a:off x="198599" y="1824010"/>
            <a:ext cx="604693" cy="648496"/>
            <a:chOff x="4574" y="1986754"/>
            <a:chExt cx="779786" cy="785027"/>
          </a:xfrm>
        </p:grpSpPr>
        <p:sp>
          <p:nvSpPr>
            <p:cNvPr id="37" name="Freeform 11">
              <a:extLst>
                <a:ext uri="{FF2B5EF4-FFF2-40B4-BE49-F238E27FC236}">
                  <a16:creationId xmlns:a16="http://schemas.microsoft.com/office/drawing/2014/main" id="{151219D6-E4C5-FB0A-22A7-9D837B030995}"/>
                </a:ext>
              </a:extLst>
            </p:cNvPr>
            <p:cNvSpPr>
              <a:spLocks/>
            </p:cNvSpPr>
            <p:nvPr/>
          </p:nvSpPr>
          <p:spPr bwMode="auto">
            <a:xfrm rot="20392052">
              <a:off x="4574" y="1986754"/>
              <a:ext cx="779786" cy="785027"/>
            </a:xfrm>
            <a:custGeom>
              <a:avLst/>
              <a:gdLst>
                <a:gd name="T0" fmla="*/ 176 w 352"/>
                <a:gd name="T1" fmla="*/ 0 h 410"/>
                <a:gd name="T2" fmla="*/ 0 w 352"/>
                <a:gd name="T3" fmla="*/ 176 h 410"/>
                <a:gd name="T4" fmla="*/ 121 w 352"/>
                <a:gd name="T5" fmla="*/ 343 h 410"/>
                <a:gd name="T6" fmla="*/ 165 w 352"/>
                <a:gd name="T7" fmla="*/ 398 h 410"/>
                <a:gd name="T8" fmla="*/ 176 w 352"/>
                <a:gd name="T9" fmla="*/ 410 h 410"/>
                <a:gd name="T10" fmla="*/ 186 w 352"/>
                <a:gd name="T11" fmla="*/ 398 h 410"/>
                <a:gd name="T12" fmla="*/ 230 w 352"/>
                <a:gd name="T13" fmla="*/ 343 h 410"/>
                <a:gd name="T14" fmla="*/ 352 w 352"/>
                <a:gd name="T15" fmla="*/ 176 h 410"/>
                <a:gd name="T16" fmla="*/ 176 w 352"/>
                <a:gd name="T17" fmla="*/ 0 h 4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2" h="410">
                  <a:moveTo>
                    <a:pt x="176" y="0"/>
                  </a:moveTo>
                  <a:cubicBezTo>
                    <a:pt x="79" y="0"/>
                    <a:pt x="0" y="78"/>
                    <a:pt x="0" y="176"/>
                  </a:cubicBezTo>
                  <a:cubicBezTo>
                    <a:pt x="0" y="251"/>
                    <a:pt x="49" y="320"/>
                    <a:pt x="121" y="343"/>
                  </a:cubicBezTo>
                  <a:cubicBezTo>
                    <a:pt x="135" y="363"/>
                    <a:pt x="151" y="382"/>
                    <a:pt x="165" y="398"/>
                  </a:cubicBezTo>
                  <a:cubicBezTo>
                    <a:pt x="176" y="410"/>
                    <a:pt x="176" y="410"/>
                    <a:pt x="176" y="410"/>
                  </a:cubicBezTo>
                  <a:cubicBezTo>
                    <a:pt x="186" y="398"/>
                    <a:pt x="186" y="398"/>
                    <a:pt x="186" y="398"/>
                  </a:cubicBezTo>
                  <a:cubicBezTo>
                    <a:pt x="201" y="382"/>
                    <a:pt x="216" y="363"/>
                    <a:pt x="230" y="343"/>
                  </a:cubicBezTo>
                  <a:cubicBezTo>
                    <a:pt x="302" y="320"/>
                    <a:pt x="352" y="251"/>
                    <a:pt x="352" y="176"/>
                  </a:cubicBezTo>
                  <a:cubicBezTo>
                    <a:pt x="352" y="78"/>
                    <a:pt x="273" y="0"/>
                    <a:pt x="176" y="0"/>
                  </a:cubicBez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E" sz="1400">
                <a:latin typeface="Century Gothic" panose="020B0502020202020204" pitchFamily="34" charset="0"/>
              </a:endParaRP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FB6EF066-8A9D-4B3A-E021-C2F5DDC357FC}"/>
                </a:ext>
              </a:extLst>
            </p:cNvPr>
            <p:cNvGrpSpPr/>
            <p:nvPr/>
          </p:nvGrpSpPr>
          <p:grpSpPr>
            <a:xfrm>
              <a:off x="56559" y="2042539"/>
              <a:ext cx="667891" cy="650820"/>
              <a:chOff x="442513" y="1989832"/>
              <a:chExt cx="667891" cy="650820"/>
            </a:xfrm>
          </p:grpSpPr>
          <p:sp>
            <p:nvSpPr>
              <p:cNvPr id="40" name="Freeform 12">
                <a:extLst>
                  <a:ext uri="{FF2B5EF4-FFF2-40B4-BE49-F238E27FC236}">
                    <a16:creationId xmlns:a16="http://schemas.microsoft.com/office/drawing/2014/main" id="{C4BB5A19-1CDC-7113-B3D0-B62F57363E1F}"/>
                  </a:ext>
                </a:extLst>
              </p:cNvPr>
              <p:cNvSpPr>
                <a:spLocks/>
              </p:cNvSpPr>
              <p:nvPr/>
            </p:nvSpPr>
            <p:spPr bwMode="auto">
              <a:xfrm rot="20392052">
                <a:off x="448568" y="1989832"/>
                <a:ext cx="661836" cy="650820"/>
              </a:xfrm>
              <a:custGeom>
                <a:avLst/>
                <a:gdLst>
                  <a:gd name="T0" fmla="*/ 299 w 299"/>
                  <a:gd name="T1" fmla="*/ 154 h 340"/>
                  <a:gd name="T2" fmla="*/ 150 w 299"/>
                  <a:gd name="T3" fmla="*/ 0 h 340"/>
                  <a:gd name="T4" fmla="*/ 0 w 299"/>
                  <a:gd name="T5" fmla="*/ 154 h 340"/>
                  <a:gd name="T6" fmla="*/ 107 w 299"/>
                  <a:gd name="T7" fmla="*/ 301 h 340"/>
                  <a:gd name="T8" fmla="*/ 150 w 299"/>
                  <a:gd name="T9" fmla="*/ 340 h 340"/>
                  <a:gd name="T10" fmla="*/ 192 w 299"/>
                  <a:gd name="T11" fmla="*/ 301 h 340"/>
                  <a:gd name="T12" fmla="*/ 299 w 299"/>
                  <a:gd name="T13" fmla="*/ 154 h 3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9" h="340">
                    <a:moveTo>
                      <a:pt x="299" y="154"/>
                    </a:moveTo>
                    <a:cubicBezTo>
                      <a:pt x="299" y="69"/>
                      <a:pt x="232" y="0"/>
                      <a:pt x="150" y="0"/>
                    </a:cubicBezTo>
                    <a:cubicBezTo>
                      <a:pt x="67" y="0"/>
                      <a:pt x="0" y="69"/>
                      <a:pt x="0" y="154"/>
                    </a:cubicBezTo>
                    <a:cubicBezTo>
                      <a:pt x="0" y="224"/>
                      <a:pt x="45" y="283"/>
                      <a:pt x="107" y="301"/>
                    </a:cubicBezTo>
                    <a:cubicBezTo>
                      <a:pt x="150" y="340"/>
                      <a:pt x="150" y="340"/>
                      <a:pt x="150" y="340"/>
                    </a:cubicBezTo>
                    <a:cubicBezTo>
                      <a:pt x="192" y="301"/>
                      <a:pt x="192" y="301"/>
                      <a:pt x="192" y="301"/>
                    </a:cubicBezTo>
                    <a:cubicBezTo>
                      <a:pt x="254" y="283"/>
                      <a:pt x="299" y="224"/>
                      <a:pt x="299" y="15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E" sz="1400">
                  <a:latin typeface="Century Gothic" panose="020B0502020202020204" pitchFamily="34" charset="0"/>
                </a:endParaRPr>
              </a:p>
            </p:txBody>
          </p:sp>
          <p:pic>
            <p:nvPicPr>
              <p:cNvPr id="41" name="Picture 8" descr="Risultati immagini per icona regione LOMBARDIA">
                <a:extLst>
                  <a:ext uri="{FF2B5EF4-FFF2-40B4-BE49-F238E27FC236}">
                    <a16:creationId xmlns:a16="http://schemas.microsoft.com/office/drawing/2014/main" id="{5C9DF85E-3088-4BB1-54AE-E28B212801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email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colorTemperature colorTemp="47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8763" y="2027668"/>
                <a:ext cx="406222" cy="46991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2" name="TextBox 408">
                <a:extLst>
                  <a:ext uri="{FF2B5EF4-FFF2-40B4-BE49-F238E27FC236}">
                    <a16:creationId xmlns:a16="http://schemas.microsoft.com/office/drawing/2014/main" id="{97F051C8-C67B-9DBD-AAE0-B5E515451746}"/>
                  </a:ext>
                </a:extLst>
              </p:cNvPr>
              <p:cNvSpPr txBox="1"/>
              <p:nvPr/>
            </p:nvSpPr>
            <p:spPr>
              <a:xfrm>
                <a:off x="442513" y="2274708"/>
                <a:ext cx="473503" cy="2421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700" b="1">
                    <a:solidFill>
                      <a:srgbClr val="202D50"/>
                    </a:solidFill>
                    <a:latin typeface="Century Gothic" panose="020B0502020202020204" pitchFamily="34" charset="0"/>
                    <a:ea typeface="Source Sans Pro" charset="0"/>
                    <a:cs typeface="Source Sans Pro" charset="0"/>
                  </a:rPr>
                  <a:t>MI</a:t>
                </a:r>
              </a:p>
            </p:txBody>
          </p:sp>
          <p:sp>
            <p:nvSpPr>
              <p:cNvPr id="43" name="Freeform 243">
                <a:extLst>
                  <a:ext uri="{FF2B5EF4-FFF2-40B4-BE49-F238E27FC236}">
                    <a16:creationId xmlns:a16="http://schemas.microsoft.com/office/drawing/2014/main" id="{7101F0DF-C5BD-A558-9D94-C327102D31C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11454" y="2052058"/>
                <a:ext cx="178418" cy="178626"/>
              </a:xfrm>
              <a:custGeom>
                <a:avLst/>
                <a:gdLst>
                  <a:gd name="T0" fmla="*/ 100 w 198"/>
                  <a:gd name="T1" fmla="*/ 0 h 252"/>
                  <a:gd name="T2" fmla="*/ 60 w 198"/>
                  <a:gd name="T3" fmla="*/ 8 h 252"/>
                  <a:gd name="T4" fmla="*/ 30 w 198"/>
                  <a:gd name="T5" fmla="*/ 28 h 252"/>
                  <a:gd name="T6" fmla="*/ 7 w 198"/>
                  <a:gd name="T7" fmla="*/ 61 h 252"/>
                  <a:gd name="T8" fmla="*/ 0 w 198"/>
                  <a:gd name="T9" fmla="*/ 98 h 252"/>
                  <a:gd name="T10" fmla="*/ 2 w 198"/>
                  <a:gd name="T11" fmla="*/ 110 h 252"/>
                  <a:gd name="T12" fmla="*/ 9 w 198"/>
                  <a:gd name="T13" fmla="*/ 134 h 252"/>
                  <a:gd name="T14" fmla="*/ 32 w 198"/>
                  <a:gd name="T15" fmla="*/ 172 h 252"/>
                  <a:gd name="T16" fmla="*/ 68 w 198"/>
                  <a:gd name="T17" fmla="*/ 218 h 252"/>
                  <a:gd name="T18" fmla="*/ 100 w 198"/>
                  <a:gd name="T19" fmla="*/ 252 h 252"/>
                  <a:gd name="T20" fmla="*/ 115 w 198"/>
                  <a:gd name="T21" fmla="*/ 235 h 252"/>
                  <a:gd name="T22" fmla="*/ 149 w 198"/>
                  <a:gd name="T23" fmla="*/ 195 h 252"/>
                  <a:gd name="T24" fmla="*/ 183 w 198"/>
                  <a:gd name="T25" fmla="*/ 146 h 252"/>
                  <a:gd name="T26" fmla="*/ 195 w 198"/>
                  <a:gd name="T27" fmla="*/ 121 h 252"/>
                  <a:gd name="T28" fmla="*/ 198 w 198"/>
                  <a:gd name="T29" fmla="*/ 98 h 252"/>
                  <a:gd name="T30" fmla="*/ 197 w 198"/>
                  <a:gd name="T31" fmla="*/ 79 h 252"/>
                  <a:gd name="T32" fmla="*/ 181 w 198"/>
                  <a:gd name="T33" fmla="*/ 44 h 252"/>
                  <a:gd name="T34" fmla="*/ 155 w 198"/>
                  <a:gd name="T35" fmla="*/ 17 h 252"/>
                  <a:gd name="T36" fmla="*/ 119 w 198"/>
                  <a:gd name="T37" fmla="*/ 2 h 252"/>
                  <a:gd name="T38" fmla="*/ 100 w 198"/>
                  <a:gd name="T39" fmla="*/ 0 h 252"/>
                  <a:gd name="T40" fmla="*/ 100 w 198"/>
                  <a:gd name="T41" fmla="*/ 151 h 252"/>
                  <a:gd name="T42" fmla="*/ 79 w 198"/>
                  <a:gd name="T43" fmla="*/ 148 h 252"/>
                  <a:gd name="T44" fmla="*/ 62 w 198"/>
                  <a:gd name="T45" fmla="*/ 136 h 252"/>
                  <a:gd name="T46" fmla="*/ 51 w 198"/>
                  <a:gd name="T47" fmla="*/ 119 h 252"/>
                  <a:gd name="T48" fmla="*/ 47 w 198"/>
                  <a:gd name="T49" fmla="*/ 98 h 252"/>
                  <a:gd name="T50" fmla="*/ 49 w 198"/>
                  <a:gd name="T51" fmla="*/ 89 h 252"/>
                  <a:gd name="T52" fmla="*/ 56 w 198"/>
                  <a:gd name="T53" fmla="*/ 70 h 252"/>
                  <a:gd name="T54" fmla="*/ 70 w 198"/>
                  <a:gd name="T55" fmla="*/ 57 h 252"/>
                  <a:gd name="T56" fmla="*/ 89 w 198"/>
                  <a:gd name="T57" fmla="*/ 47 h 252"/>
                  <a:gd name="T58" fmla="*/ 100 w 198"/>
                  <a:gd name="T59" fmla="*/ 47 h 252"/>
                  <a:gd name="T60" fmla="*/ 119 w 198"/>
                  <a:gd name="T61" fmla="*/ 51 h 252"/>
                  <a:gd name="T62" fmla="*/ 136 w 198"/>
                  <a:gd name="T63" fmla="*/ 62 h 252"/>
                  <a:gd name="T64" fmla="*/ 147 w 198"/>
                  <a:gd name="T65" fmla="*/ 79 h 252"/>
                  <a:gd name="T66" fmla="*/ 151 w 198"/>
                  <a:gd name="T67" fmla="*/ 98 h 252"/>
                  <a:gd name="T68" fmla="*/ 151 w 198"/>
                  <a:gd name="T69" fmla="*/ 110 h 252"/>
                  <a:gd name="T70" fmla="*/ 144 w 198"/>
                  <a:gd name="T71" fmla="*/ 129 h 252"/>
                  <a:gd name="T72" fmla="*/ 128 w 198"/>
                  <a:gd name="T73" fmla="*/ 142 h 252"/>
                  <a:gd name="T74" fmla="*/ 109 w 198"/>
                  <a:gd name="T75" fmla="*/ 151 h 252"/>
                  <a:gd name="T76" fmla="*/ 100 w 198"/>
                  <a:gd name="T77" fmla="*/ 151 h 2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98" h="252">
                    <a:moveTo>
                      <a:pt x="100" y="0"/>
                    </a:moveTo>
                    <a:lnTo>
                      <a:pt x="100" y="0"/>
                    </a:lnTo>
                    <a:lnTo>
                      <a:pt x="79" y="2"/>
                    </a:lnTo>
                    <a:lnTo>
                      <a:pt x="60" y="8"/>
                    </a:lnTo>
                    <a:lnTo>
                      <a:pt x="43" y="17"/>
                    </a:lnTo>
                    <a:lnTo>
                      <a:pt x="30" y="28"/>
                    </a:lnTo>
                    <a:lnTo>
                      <a:pt x="17" y="44"/>
                    </a:lnTo>
                    <a:lnTo>
                      <a:pt x="7" y="61"/>
                    </a:lnTo>
                    <a:lnTo>
                      <a:pt x="2" y="7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2" y="110"/>
                    </a:lnTo>
                    <a:lnTo>
                      <a:pt x="5" y="121"/>
                    </a:lnTo>
                    <a:lnTo>
                      <a:pt x="9" y="134"/>
                    </a:lnTo>
                    <a:lnTo>
                      <a:pt x="15" y="146"/>
                    </a:lnTo>
                    <a:lnTo>
                      <a:pt x="32" y="172"/>
                    </a:lnTo>
                    <a:lnTo>
                      <a:pt x="51" y="195"/>
                    </a:lnTo>
                    <a:lnTo>
                      <a:pt x="68" y="218"/>
                    </a:lnTo>
                    <a:lnTo>
                      <a:pt x="85" y="235"/>
                    </a:lnTo>
                    <a:lnTo>
                      <a:pt x="100" y="252"/>
                    </a:lnTo>
                    <a:lnTo>
                      <a:pt x="100" y="252"/>
                    </a:lnTo>
                    <a:lnTo>
                      <a:pt x="115" y="235"/>
                    </a:lnTo>
                    <a:lnTo>
                      <a:pt x="130" y="218"/>
                    </a:lnTo>
                    <a:lnTo>
                      <a:pt x="149" y="195"/>
                    </a:lnTo>
                    <a:lnTo>
                      <a:pt x="168" y="172"/>
                    </a:lnTo>
                    <a:lnTo>
                      <a:pt x="183" y="146"/>
                    </a:lnTo>
                    <a:lnTo>
                      <a:pt x="189" y="134"/>
                    </a:lnTo>
                    <a:lnTo>
                      <a:pt x="195" y="121"/>
                    </a:lnTo>
                    <a:lnTo>
                      <a:pt x="198" y="110"/>
                    </a:lnTo>
                    <a:lnTo>
                      <a:pt x="198" y="98"/>
                    </a:lnTo>
                    <a:lnTo>
                      <a:pt x="198" y="98"/>
                    </a:lnTo>
                    <a:lnTo>
                      <a:pt x="197" y="79"/>
                    </a:lnTo>
                    <a:lnTo>
                      <a:pt x="191" y="61"/>
                    </a:lnTo>
                    <a:lnTo>
                      <a:pt x="181" y="44"/>
                    </a:lnTo>
                    <a:lnTo>
                      <a:pt x="170" y="28"/>
                    </a:lnTo>
                    <a:lnTo>
                      <a:pt x="155" y="17"/>
                    </a:lnTo>
                    <a:lnTo>
                      <a:pt x="138" y="8"/>
                    </a:lnTo>
                    <a:lnTo>
                      <a:pt x="119" y="2"/>
                    </a:lnTo>
                    <a:lnTo>
                      <a:pt x="100" y="0"/>
                    </a:lnTo>
                    <a:lnTo>
                      <a:pt x="100" y="0"/>
                    </a:lnTo>
                    <a:close/>
                    <a:moveTo>
                      <a:pt x="100" y="151"/>
                    </a:moveTo>
                    <a:lnTo>
                      <a:pt x="100" y="151"/>
                    </a:lnTo>
                    <a:lnTo>
                      <a:pt x="89" y="151"/>
                    </a:lnTo>
                    <a:lnTo>
                      <a:pt x="79" y="148"/>
                    </a:lnTo>
                    <a:lnTo>
                      <a:pt x="70" y="142"/>
                    </a:lnTo>
                    <a:lnTo>
                      <a:pt x="62" y="136"/>
                    </a:lnTo>
                    <a:lnTo>
                      <a:pt x="56" y="129"/>
                    </a:lnTo>
                    <a:lnTo>
                      <a:pt x="51" y="119"/>
                    </a:lnTo>
                    <a:lnTo>
                      <a:pt x="49" y="110"/>
                    </a:lnTo>
                    <a:lnTo>
                      <a:pt x="47" y="98"/>
                    </a:lnTo>
                    <a:lnTo>
                      <a:pt x="47" y="98"/>
                    </a:lnTo>
                    <a:lnTo>
                      <a:pt x="49" y="89"/>
                    </a:lnTo>
                    <a:lnTo>
                      <a:pt x="51" y="79"/>
                    </a:lnTo>
                    <a:lnTo>
                      <a:pt x="56" y="70"/>
                    </a:lnTo>
                    <a:lnTo>
                      <a:pt x="62" y="62"/>
                    </a:lnTo>
                    <a:lnTo>
                      <a:pt x="70" y="57"/>
                    </a:lnTo>
                    <a:lnTo>
                      <a:pt x="79" y="51"/>
                    </a:lnTo>
                    <a:lnTo>
                      <a:pt x="89" y="47"/>
                    </a:lnTo>
                    <a:lnTo>
                      <a:pt x="100" y="47"/>
                    </a:lnTo>
                    <a:lnTo>
                      <a:pt x="100" y="47"/>
                    </a:lnTo>
                    <a:lnTo>
                      <a:pt x="109" y="47"/>
                    </a:lnTo>
                    <a:lnTo>
                      <a:pt x="119" y="51"/>
                    </a:lnTo>
                    <a:lnTo>
                      <a:pt x="128" y="57"/>
                    </a:lnTo>
                    <a:lnTo>
                      <a:pt x="136" y="62"/>
                    </a:lnTo>
                    <a:lnTo>
                      <a:pt x="144" y="70"/>
                    </a:lnTo>
                    <a:lnTo>
                      <a:pt x="147" y="79"/>
                    </a:lnTo>
                    <a:lnTo>
                      <a:pt x="151" y="89"/>
                    </a:lnTo>
                    <a:lnTo>
                      <a:pt x="151" y="98"/>
                    </a:lnTo>
                    <a:lnTo>
                      <a:pt x="151" y="98"/>
                    </a:lnTo>
                    <a:lnTo>
                      <a:pt x="151" y="110"/>
                    </a:lnTo>
                    <a:lnTo>
                      <a:pt x="147" y="119"/>
                    </a:lnTo>
                    <a:lnTo>
                      <a:pt x="144" y="129"/>
                    </a:lnTo>
                    <a:lnTo>
                      <a:pt x="136" y="136"/>
                    </a:lnTo>
                    <a:lnTo>
                      <a:pt x="128" y="142"/>
                    </a:lnTo>
                    <a:lnTo>
                      <a:pt x="119" y="148"/>
                    </a:lnTo>
                    <a:lnTo>
                      <a:pt x="109" y="151"/>
                    </a:lnTo>
                    <a:lnTo>
                      <a:pt x="100" y="151"/>
                    </a:lnTo>
                    <a:lnTo>
                      <a:pt x="100" y="151"/>
                    </a:lnTo>
                    <a:close/>
                  </a:path>
                </a:pathLst>
              </a:custGeom>
              <a:solidFill>
                <a:srgbClr val="00785F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>
                  <a:rot lat="0" lon="1800000" rev="0"/>
                </a:camera>
                <a:lightRig rig="threePt" dir="t"/>
              </a:scene3d>
              <a:sp3d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E" sz="400">
                  <a:solidFill>
                    <a:srgbClr val="202D50"/>
                  </a:solidFill>
                  <a:latin typeface="Century Gothic" panose="020B0502020202020204" pitchFamily="34" charset="0"/>
                </a:endParaRP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DD31BCC-F481-E9E2-2513-B1BC201BADF5}"/>
              </a:ext>
            </a:extLst>
          </p:cNvPr>
          <p:cNvGrpSpPr/>
          <p:nvPr/>
        </p:nvGrpSpPr>
        <p:grpSpPr>
          <a:xfrm>
            <a:off x="3045837" y="616451"/>
            <a:ext cx="1783191" cy="505194"/>
            <a:chOff x="2671619" y="616451"/>
            <a:chExt cx="1783191" cy="505194"/>
          </a:xfrm>
        </p:grpSpPr>
        <p:sp>
          <p:nvSpPr>
            <p:cNvPr id="7" name="CasellaDiTesto 25">
              <a:extLst>
                <a:ext uri="{FF2B5EF4-FFF2-40B4-BE49-F238E27FC236}">
                  <a16:creationId xmlns:a16="http://schemas.microsoft.com/office/drawing/2014/main" id="{CADF14B4-55CC-94AF-D047-D00AD961AD15}"/>
                </a:ext>
              </a:extLst>
            </p:cNvPr>
            <p:cNvSpPr txBox="1"/>
            <p:nvPr/>
          </p:nvSpPr>
          <p:spPr>
            <a:xfrm>
              <a:off x="2671619" y="913896"/>
              <a:ext cx="1783191" cy="20774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defTabSz="685800">
                <a:defRPr/>
              </a:pPr>
              <a:r>
                <a:rPr lang="en-US" sz="900" b="1">
                  <a:solidFill>
                    <a:srgbClr val="002060"/>
                  </a:solidFill>
                  <a:latin typeface="Century Gothic" panose="020B0502020202020204" pitchFamily="34" charset="0"/>
                </a:rPr>
                <a:t>DESCRIZIONE TEAM</a:t>
              </a:r>
              <a:endParaRPr lang="it-IT" sz="900" b="1">
                <a:solidFill>
                  <a:srgbClr val="002060"/>
                </a:solidFill>
                <a:latin typeface="Century Gothic" panose="020B0502020202020204" pitchFamily="34" charset="0"/>
              </a:endParaRPr>
            </a:p>
          </p:txBody>
        </p:sp>
        <p:pic>
          <p:nvPicPr>
            <p:cNvPr id="17" name="Picture 16" descr="Icon&#10;&#10;Description automatically generated">
              <a:extLst>
                <a:ext uri="{FF2B5EF4-FFF2-40B4-BE49-F238E27FC236}">
                  <a16:creationId xmlns:a16="http://schemas.microsoft.com/office/drawing/2014/main" id="{89CCF0CE-FA78-1A17-44BE-85653D43F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07100" y="616451"/>
              <a:ext cx="312228" cy="297445"/>
            </a:xfrm>
            <a:prstGeom prst="rect">
              <a:avLst/>
            </a:prstGeom>
          </p:spPr>
        </p:pic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E660449-15D1-EE55-3AC5-0DB1EB7B600E}"/>
              </a:ext>
            </a:extLst>
          </p:cNvPr>
          <p:cNvCxnSpPr>
            <a:cxnSpLocks/>
          </p:cNvCxnSpPr>
          <p:nvPr/>
        </p:nvCxnSpPr>
        <p:spPr>
          <a:xfrm>
            <a:off x="1929809" y="1106449"/>
            <a:ext cx="4008475" cy="0"/>
          </a:xfrm>
          <a:prstGeom prst="line">
            <a:avLst/>
          </a:prstGeom>
          <a:ln w="19050">
            <a:solidFill>
              <a:srgbClr val="002060"/>
            </a:solidFill>
            <a:headEnd type="none"/>
            <a:tailEnd type="non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CasellaDiTesto 6">
            <a:extLst>
              <a:ext uri="{FF2B5EF4-FFF2-40B4-BE49-F238E27FC236}">
                <a16:creationId xmlns:a16="http://schemas.microsoft.com/office/drawing/2014/main" id="{6001EE79-FB9F-93F7-E4F6-52138C3E0E10}"/>
              </a:ext>
            </a:extLst>
          </p:cNvPr>
          <p:cNvSpPr txBox="1"/>
          <p:nvPr/>
        </p:nvSpPr>
        <p:spPr>
          <a:xfrm>
            <a:off x="1830255" y="1221501"/>
            <a:ext cx="4214354" cy="255454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 defTabSz="914377">
              <a:defRPr/>
            </a:pPr>
            <a:r>
              <a:rPr lang="it-IT" sz="800">
                <a:solidFill>
                  <a:srgbClr val="002060"/>
                </a:solidFill>
                <a:latin typeface="Century Gothic"/>
              </a:rPr>
              <a:t>Costituito a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luglio 2024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, l’ufficio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Applicazioni AI 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nasce come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hub strategico 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per l’intelligenza Artificiale, con l’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obiettivo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 di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governare e accelerare l’adozione dell’Intelligenza Artificiale 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all’interno della Banca.</a:t>
            </a:r>
          </a:p>
          <a:p>
            <a:pPr marL="285744" indent="-285744" algn="just" defTabSz="914377">
              <a:buFont typeface="Arial" panose="020B0604020202020204" pitchFamily="34" charset="0"/>
              <a:buChar char="•"/>
              <a:defRPr/>
            </a:pPr>
            <a:endParaRPr lang="it-IT" sz="800">
              <a:solidFill>
                <a:srgbClr val="002060"/>
              </a:solidFill>
              <a:latin typeface="Century Gothic"/>
            </a:endParaRPr>
          </a:p>
          <a:p>
            <a:pPr marL="285744" indent="-285744" algn="just" defTabSz="914377">
              <a:buFont typeface="Arial" panose="020B0604020202020204" pitchFamily="34" charset="0"/>
              <a:buChar char="•"/>
              <a:defRPr/>
            </a:pPr>
            <a:endParaRPr lang="it-IT" sz="800">
              <a:solidFill>
                <a:srgbClr val="002060"/>
              </a:solidFill>
              <a:latin typeface="Century Gothic"/>
            </a:endParaRPr>
          </a:p>
          <a:p>
            <a:pPr lvl="1" algn="just" defTabSz="914377">
              <a:defRPr/>
            </a:pPr>
            <a:r>
              <a:rPr lang="it-IT" sz="800">
                <a:solidFill>
                  <a:srgbClr val="002060"/>
                </a:solidFill>
                <a:latin typeface="Century Gothic"/>
              </a:rPr>
              <a:t>Il team è composto da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Data Scientist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,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Project Manager e IT </a:t>
            </a:r>
            <a:r>
              <a:rPr lang="it-IT" sz="800" b="1" err="1">
                <a:solidFill>
                  <a:srgbClr val="002060"/>
                </a:solidFill>
                <a:latin typeface="Century Gothic"/>
              </a:rPr>
              <a:t>Specialist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, con il compito di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supervisionare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,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coordinare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 e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implementare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 tutte le iniziative AI, garantendo una strategia integrata e coerente a livello di Gruppo.</a:t>
            </a:r>
          </a:p>
          <a:p>
            <a:pPr marL="285744" indent="-285744" algn="just" defTabSz="914377">
              <a:buFont typeface="Arial" panose="020B0604020202020204" pitchFamily="34" charset="0"/>
              <a:buChar char="•"/>
              <a:defRPr/>
            </a:pPr>
            <a:endParaRPr lang="it-IT" sz="800">
              <a:solidFill>
                <a:srgbClr val="002060"/>
              </a:solidFill>
              <a:latin typeface="Century Gothic"/>
            </a:endParaRPr>
          </a:p>
          <a:p>
            <a:pPr marL="285744" indent="-285744" algn="just" defTabSz="914377">
              <a:buFont typeface="Arial" panose="020B0604020202020204" pitchFamily="34" charset="0"/>
              <a:buChar char="•"/>
              <a:defRPr/>
            </a:pPr>
            <a:endParaRPr lang="it-IT" sz="800">
              <a:solidFill>
                <a:srgbClr val="002060"/>
              </a:solidFill>
              <a:latin typeface="Century Gothic"/>
            </a:endParaRPr>
          </a:p>
          <a:p>
            <a:pPr lvl="1" algn="just" defTabSz="914377">
              <a:defRPr/>
            </a:pPr>
            <a:r>
              <a:rPr lang="it-IT" sz="800">
                <a:solidFill>
                  <a:srgbClr val="002060"/>
                </a:solidFill>
                <a:latin typeface="Century Gothic"/>
              </a:rPr>
              <a:t>L’obiettivo dell’ufficio è l’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implementazione diretta 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di progetti su più aree di business (Marketing, AML, Risk, Credito, etc.) attraverso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tecniche di Machine Learning 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e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tecnologie di Generative AI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, in modo da garantire 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coerenza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 tra i diversi progetti e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ottimizzare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 la gestione delle difficoltà.</a:t>
            </a:r>
          </a:p>
          <a:p>
            <a:pPr marL="285744" indent="-285744" algn="just" defTabSz="914377">
              <a:buFont typeface="Arial" panose="020B0604020202020204" pitchFamily="34" charset="0"/>
              <a:buChar char="•"/>
              <a:defRPr/>
            </a:pPr>
            <a:endParaRPr lang="it-IT" sz="800">
              <a:solidFill>
                <a:srgbClr val="002060"/>
              </a:solidFill>
              <a:latin typeface="Century Gothic"/>
            </a:endParaRPr>
          </a:p>
          <a:p>
            <a:pPr marL="285744" indent="-285744" algn="just" defTabSz="914377">
              <a:buFont typeface="Arial" panose="020B0604020202020204" pitchFamily="34" charset="0"/>
              <a:buChar char="•"/>
              <a:defRPr/>
            </a:pPr>
            <a:endParaRPr lang="it-IT" sz="800">
              <a:solidFill>
                <a:srgbClr val="002060"/>
              </a:solidFill>
              <a:latin typeface="Century Gothic"/>
            </a:endParaRPr>
          </a:p>
          <a:p>
            <a:pPr lvl="1" algn="just" defTabSz="914377">
              <a:defRPr/>
            </a:pPr>
            <a:r>
              <a:rPr lang="it-IT" sz="800">
                <a:solidFill>
                  <a:srgbClr val="002060"/>
                </a:solidFill>
                <a:latin typeface="Century Gothic"/>
              </a:rPr>
              <a:t>La struttura Applicazioni AI ha la responsabilità della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governance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 dei diversi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use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case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 e la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supervisione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 della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conformità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normativa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, in linea con il regolamento </a:t>
            </a:r>
            <a:r>
              <a:rPr lang="it-IT" sz="800" b="1">
                <a:solidFill>
                  <a:srgbClr val="002060"/>
                </a:solidFill>
                <a:latin typeface="Century Gothic"/>
              </a:rPr>
              <a:t>AI ACT</a:t>
            </a:r>
            <a:r>
              <a:rPr lang="it-IT" sz="800">
                <a:solidFill>
                  <a:srgbClr val="002060"/>
                </a:solidFill>
                <a:latin typeface="Century Gothic"/>
              </a:rPr>
              <a:t>.</a:t>
            </a:r>
          </a:p>
        </p:txBody>
      </p:sp>
      <p:pic>
        <p:nvPicPr>
          <p:cNvPr id="12" name="Graphic 11" descr="Target Audience outline">
            <a:extLst>
              <a:ext uri="{FF2B5EF4-FFF2-40B4-BE49-F238E27FC236}">
                <a16:creationId xmlns:a16="http://schemas.microsoft.com/office/drawing/2014/main" id="{AC48634E-11DD-A26A-5EED-BFE951E863C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83951" y="1925424"/>
            <a:ext cx="360000" cy="360000"/>
          </a:xfrm>
          <a:prstGeom prst="rect">
            <a:avLst/>
          </a:prstGeom>
        </p:spPr>
      </p:pic>
      <p:pic>
        <p:nvPicPr>
          <p:cNvPr id="13" name="Graphic 12" descr="Shield Tick outline">
            <a:extLst>
              <a:ext uri="{FF2B5EF4-FFF2-40B4-BE49-F238E27FC236}">
                <a16:creationId xmlns:a16="http://schemas.microsoft.com/office/drawing/2014/main" id="{25B19B8B-69D2-4935-0D8E-059EF314C1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83951" y="3373216"/>
            <a:ext cx="360000" cy="360000"/>
          </a:xfrm>
          <a:prstGeom prst="rect">
            <a:avLst/>
          </a:prstGeom>
        </p:spPr>
      </p:pic>
      <p:pic>
        <p:nvPicPr>
          <p:cNvPr id="14" name="Graphic 13" descr="Plug outline">
            <a:extLst>
              <a:ext uri="{FF2B5EF4-FFF2-40B4-BE49-F238E27FC236}">
                <a16:creationId xmlns:a16="http://schemas.microsoft.com/office/drawing/2014/main" id="{EC30D774-87D2-A5A2-C41B-5583FDE02F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0800000">
            <a:off x="1885186" y="2676275"/>
            <a:ext cx="360000" cy="360000"/>
          </a:xfrm>
          <a:prstGeom prst="rect">
            <a:avLst/>
          </a:prstGeom>
        </p:spPr>
      </p:pic>
      <p:pic>
        <p:nvPicPr>
          <p:cNvPr id="1028" name="Picture 4" descr="Facebook to open-source AI hardware design - Engineering at Meta">
            <a:extLst>
              <a:ext uri="{FF2B5EF4-FFF2-40B4-BE49-F238E27FC236}">
                <a16:creationId xmlns:a16="http://schemas.microsoft.com/office/drawing/2014/main" id="{2B532205-5A27-9143-198D-6900E270E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3019" y="1206315"/>
            <a:ext cx="2017817" cy="1135022"/>
          </a:xfrm>
          <a:prstGeom prst="roundRect">
            <a:avLst>
              <a:gd name="adj" fmla="val 1471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026" name="Picture 2" descr="Download Amazon Web Services (AWS) Logo in SVG Vector or PNG ...">
            <a:extLst>
              <a:ext uri="{FF2B5EF4-FFF2-40B4-BE49-F238E27FC236}">
                <a16:creationId xmlns:a16="http://schemas.microsoft.com/office/drawing/2014/main" id="{061289A5-CB2F-B6B9-653D-A353D31DF7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51" t="16367" r="12515" b="16367"/>
          <a:stretch/>
        </p:blipFill>
        <p:spPr bwMode="auto">
          <a:xfrm>
            <a:off x="6971239" y="2595098"/>
            <a:ext cx="981374" cy="588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Big Data Engineer Jobs at PT Data Labs Analytics, Jakarta Pusat | Glints">
            <a:extLst>
              <a:ext uri="{FF2B5EF4-FFF2-40B4-BE49-F238E27FC236}">
                <a16:creationId xmlns:a16="http://schemas.microsoft.com/office/drawing/2014/main" id="{47EA7ADF-248A-680E-F716-812CFE53B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C2F7D9-2BE8-1F1F-1036-F13C70F6DC56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9390" t="43127" r="18992" b="43127"/>
          <a:stretch/>
        </p:blipFill>
        <p:spPr>
          <a:xfrm>
            <a:off x="6364485" y="3373216"/>
            <a:ext cx="2194882" cy="48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0020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qbgseAdHEi4wz4Qtbc_I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0e_i2I1kESRJCPyPaLjN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dAe7gvFwE.8ahdKGCd6e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0e_i2I1kESRJCPyPaLjN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0e_i2I1kESRJCPyPaLjN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dAe7gvFwE.8ahdKGCd6e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0e_i2I1kESRJCPyPaLjN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0e_i2I1kESRJCPyPaLjN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qbgseAdHEi4wz4Qtbc_I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0e_i2I1kESRJCPyPaLjN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0e_i2I1kESRJCPyPaLjN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dAe7gvFwE.8ahdKGCd6e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Hu7Waw40UWEKJWS6IhMCQ"/>
</p:tagLst>
</file>

<file path=ppt/theme/theme1.xml><?xml version="1.0" encoding="utf-8"?>
<a:theme xmlns:a="http://schemas.openxmlformats.org/drawingml/2006/main" name="Contenuto punti elenco">
  <a:themeElements>
    <a:clrScheme name="Blu verde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 cap="sq">
          <a:solidFill>
            <a:srgbClr val="202D5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2757fab-ecd6-49bb-802a-cfa5af7de57f">
      <UserInfo>
        <DisplayName>Morale, Lucrezia (Bip Group)</DisplayName>
        <AccountId>48</AccountId>
        <AccountType/>
      </UserInfo>
    </SharedWithUsers>
    <TaxCatchAll xmlns="a2757fab-ecd6-49bb-802a-cfa5af7de57f" xsi:nil="true"/>
    <lcf76f155ced4ddcb4097134ff3c332f xmlns="fdd99579-e43b-4df4-8cc5-9b497a5d54b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5E85F90B8AD646B2EE64E7D5916098" ma:contentTypeVersion="17" ma:contentTypeDescription="Creare un nuovo documento." ma:contentTypeScope="" ma:versionID="ee83bf75e088b688623d49cd9deb646b">
  <xsd:schema xmlns:xsd="http://www.w3.org/2001/XMLSchema" xmlns:xs="http://www.w3.org/2001/XMLSchema" xmlns:p="http://schemas.microsoft.com/office/2006/metadata/properties" xmlns:ns2="fdd99579-e43b-4df4-8cc5-9b497a5d54b1" xmlns:ns3="a2757fab-ecd6-49bb-802a-cfa5af7de57f" targetNamespace="http://schemas.microsoft.com/office/2006/metadata/properties" ma:root="true" ma:fieldsID="1ab8c91a0b7ebd10e529ce115f2f9086" ns2:_="" ns3:_="">
    <xsd:import namespace="fdd99579-e43b-4df4-8cc5-9b497a5d54b1"/>
    <xsd:import namespace="a2757fab-ecd6-49bb-802a-cfa5af7de57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d99579-e43b-4df4-8cc5-9b497a5d54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Tag immagine" ma:readOnly="false" ma:fieldId="{5cf76f15-5ced-4ddc-b409-7134ff3c332f}" ma:taxonomyMulti="true" ma:sspId="71bb2967-c362-44f9-8b79-c0367f23253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757fab-ecd6-49bb-802a-cfa5af7de57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ndivis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Condiviso con dettagli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60123e4-0620-4242-9b4f-a53a48818fef}" ma:internalName="TaxCatchAll" ma:showField="CatchAllData" ma:web="a2757fab-ecd6-49bb-802a-cfa5af7de57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8323A44-94D4-4F72-80DB-BD814B9AC4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C141E4-4BA3-458F-8D3E-F2B7A25E0191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fdd99579-e43b-4df4-8cc5-9b497a5d54b1"/>
    <ds:schemaRef ds:uri="http://schemas.openxmlformats.org/package/2006/metadata/core-properties"/>
    <ds:schemaRef ds:uri="a2757fab-ecd6-49bb-802a-cfa5af7de57f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3314B81-5EDA-4B22-BD1D-9F4F473F3318}">
  <ds:schemaRefs>
    <ds:schemaRef ds:uri="a2757fab-ecd6-49bb-802a-cfa5af7de57f"/>
    <ds:schemaRef ds:uri="fdd99579-e43b-4df4-8cc5-9b497a5d54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</TotalTime>
  <Words>370</Words>
  <Application>Microsoft Office PowerPoint</Application>
  <PresentationFormat>Presentazione su schermo (16:9)</PresentationFormat>
  <Paragraphs>68</Paragraphs>
  <Slides>2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8" baseType="lpstr">
      <vt:lpstr>Arial</vt:lpstr>
      <vt:lpstr>Calibri</vt:lpstr>
      <vt:lpstr>Century</vt:lpstr>
      <vt:lpstr>Century Gothic</vt:lpstr>
      <vt:lpstr>Wingdings</vt:lpstr>
      <vt:lpstr>Contenuto punti elenco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Modello base per presentazioni</dc:title>
  <dc:creator>VALERIA MONTI</dc:creator>
  <cp:lastModifiedBy>LEONARDO ACQUAROLI</cp:lastModifiedBy>
  <cp:revision>2</cp:revision>
  <cp:lastPrinted>2021-11-12T14:46:39Z</cp:lastPrinted>
  <dcterms:created xsi:type="dcterms:W3CDTF">2021-11-04T08:35:01Z</dcterms:created>
  <dcterms:modified xsi:type="dcterms:W3CDTF">2026-02-19T16:08:43Z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0x010100235E85F90B8AD646B2EE64E7D5916098</vt:lpwstr>
  </property>
  <property fmtid="{D5CDD505-2E9C-101B-9397-08002B2CF9AE}" pid="3" name="MSIP_Label_3dc11598-21dc-45a5-b378-419655b3caf2_Enabled">
    <vt:lpwstr>true</vt:lpwstr>
  </property>
  <property fmtid="{D5CDD505-2E9C-101B-9397-08002B2CF9AE}" pid="4" name="MSIP_Label_3dc11598-21dc-45a5-b378-419655b3caf2_SetDate">
    <vt:lpwstr>2023-03-29T07:06:03Z</vt:lpwstr>
  </property>
  <property fmtid="{D5CDD505-2E9C-101B-9397-08002B2CF9AE}" pid="5" name="MSIP_Label_3dc11598-21dc-45a5-b378-419655b3caf2_Method">
    <vt:lpwstr>Standard</vt:lpwstr>
  </property>
  <property fmtid="{D5CDD505-2E9C-101B-9397-08002B2CF9AE}" pid="6" name="MSIP_Label_3dc11598-21dc-45a5-b378-419655b3caf2_Name">
    <vt:lpwstr>Uso Interno</vt:lpwstr>
  </property>
  <property fmtid="{D5CDD505-2E9C-101B-9397-08002B2CF9AE}" pid="7" name="MSIP_Label_3dc11598-21dc-45a5-b378-419655b3caf2_SiteId">
    <vt:lpwstr>dfe794a4-c273-408a-92de-2566d5a8e56b</vt:lpwstr>
  </property>
  <property fmtid="{D5CDD505-2E9C-101B-9397-08002B2CF9AE}" pid="8" name="MSIP_Label_3dc11598-21dc-45a5-b378-419655b3caf2_ActionId">
    <vt:lpwstr>472e4562-6546-4673-af5d-e3480f452a47</vt:lpwstr>
  </property>
  <property fmtid="{D5CDD505-2E9C-101B-9397-08002B2CF9AE}" pid="9" name="MSIP_Label_3dc11598-21dc-45a5-b378-419655b3caf2_ContentBits">
    <vt:lpwstr>1</vt:lpwstr>
  </property>
  <property fmtid="{D5CDD505-2E9C-101B-9397-08002B2CF9AE}" pid="10" name="MediaServiceImageTags">
    <vt:lpwstr/>
  </property>
</Properties>
</file>